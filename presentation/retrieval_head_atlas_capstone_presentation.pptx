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aae8d3b56f4427" /><Relationship Type="http://schemas.openxmlformats.org/officeDocument/2006/relationships/extended-properties" Target="/docProps/app.xml" Id="R524b3d01924046e7" /><Relationship Type="http://schemas.openxmlformats.org/officeDocument/2006/relationships/officeDocument" Target="/ppt/presentation.xml" Id="Rc80c6acd639e4b0e" /></Relationships>
</file>

<file path=ppt/presentation.xml><?xml version="1.0" encoding="utf-8"?>
<p:presentation xmlns:p="http://schemas.openxmlformats.org/presentationml/2006/main">
  <p:sldMasterIdLst>
    <p:sldMasterId xmlns:r="http://schemas.openxmlformats.org/officeDocument/2006/relationships" id="2147483648" r:id="R8d99388dd97c4747"/>
  </p:sldMasterIdLst>
  <p:notesMasterIdLst>
    <p:notesMasterId xmlns:r="http://schemas.openxmlformats.org/officeDocument/2006/relationships" r:id="R7b5e137f6a084f3f"/>
  </p:notesMasterIdLst>
  <p:sldIdLst>
    <p:sldId xmlns:r="http://schemas.openxmlformats.org/officeDocument/2006/relationships" id="256" r:id="Rd6fc5b0e3c5f439c"/>
    <p:sldId xmlns:r="http://schemas.openxmlformats.org/officeDocument/2006/relationships" id="257" r:id="R059929edf9c34ede"/>
    <p:sldId xmlns:r="http://schemas.openxmlformats.org/officeDocument/2006/relationships" id="258" r:id="Re7f11558a9254b99"/>
    <p:sldId xmlns:r="http://schemas.openxmlformats.org/officeDocument/2006/relationships" id="259" r:id="Rc5c804c6e9b34522"/>
    <p:sldId xmlns:r="http://schemas.openxmlformats.org/officeDocument/2006/relationships" id="260" r:id="R3101daa6fc22449e"/>
    <p:sldId xmlns:r="http://schemas.openxmlformats.org/officeDocument/2006/relationships" id="261" r:id="R7d822024b4b049c4"/>
    <p:sldId xmlns:r="http://schemas.openxmlformats.org/officeDocument/2006/relationships" id="262" r:id="R25ad9bd52a3542a5"/>
    <p:sldId xmlns:r="http://schemas.openxmlformats.org/officeDocument/2006/relationships" id="263" r:id="Re4594a5e8e714992"/>
    <p:sldId xmlns:r="http://schemas.openxmlformats.org/officeDocument/2006/relationships" id="264" r:id="R926ea7d758634c68"/>
    <p:sldId xmlns:r="http://schemas.openxmlformats.org/officeDocument/2006/relationships" id="265" r:id="Rd976c72c1341441e"/>
    <p:sldId xmlns:r="http://schemas.openxmlformats.org/officeDocument/2006/relationships" id="266" r:id="R0543f4bc37d44b13"/>
    <p:sldId xmlns:r="http://schemas.openxmlformats.org/officeDocument/2006/relationships" id="267" r:id="Rcc9618c192904115"/>
    <p:sldId xmlns:r="http://schemas.openxmlformats.org/officeDocument/2006/relationships" id="268" r:id="R01abe929e96a4c52"/>
    <p:sldId xmlns:r="http://schemas.openxmlformats.org/officeDocument/2006/relationships" id="269" r:id="R6faacebb393447ba"/>
    <p:sldId xmlns:r="http://schemas.openxmlformats.org/officeDocument/2006/relationships" id="270" r:id="R760ff289fd3848c4"/>
    <p:sldId xmlns:r="http://schemas.openxmlformats.org/officeDocument/2006/relationships" id="271" r:id="R4fbfd7cc58f94b7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3F1D48A3-1F8B-4581-BDAB-B27F66210C64}">
  <a:tblStyle styleId="{3F1D48A3-1F8B-4581-BDAB-B27F66210C6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neCell>
    <a:nwCell>
      <a:tcTxStyle/>
    </a:nwCell>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879a71d9bc449e8" /><Relationship Type="http://schemas.openxmlformats.org/officeDocument/2006/relationships/slideMaster" Target="/ppt/slideMasters/slideMaster1.xml" Id="R8d99388dd97c4747" /><Relationship Type="http://schemas.openxmlformats.org/officeDocument/2006/relationships/notesMaster" Target="/ppt/notesMasters/notesMaster1.xml" Id="R7b5e137f6a084f3f" /><Relationship Type="http://schemas.openxmlformats.org/officeDocument/2006/relationships/presProps" Target="/ppt/presProps.xml" Id="R9ecc8a7838264325" /><Relationship Type="http://schemas.openxmlformats.org/officeDocument/2006/relationships/viewProps" Target="/ppt/viewProps.xml" Id="R20790a9de1fa4585" /><Relationship Type="http://schemas.openxmlformats.org/officeDocument/2006/relationships/tableStyles" Target="/ppt/tableStyles.xml" Id="R9cbcef772f5b4ce7" /><Relationship Type="http://schemas.openxmlformats.org/officeDocument/2006/relationships/slide" Target="/ppt/slides/slide1.xml" Id="Rd6fc5b0e3c5f439c" /><Relationship Type="http://schemas.openxmlformats.org/officeDocument/2006/relationships/slide" Target="/ppt/slides/slide2.xml" Id="R059929edf9c34ede" /><Relationship Type="http://schemas.openxmlformats.org/officeDocument/2006/relationships/slide" Target="/ppt/slides/slide3.xml" Id="Re7f11558a9254b99" /><Relationship Type="http://schemas.openxmlformats.org/officeDocument/2006/relationships/slide" Target="/ppt/slides/slide4.xml" Id="Rc5c804c6e9b34522" /><Relationship Type="http://schemas.openxmlformats.org/officeDocument/2006/relationships/slide" Target="/ppt/slides/slide5.xml" Id="R3101daa6fc22449e" /><Relationship Type="http://schemas.openxmlformats.org/officeDocument/2006/relationships/slide" Target="/ppt/slides/slide6.xml" Id="R7d822024b4b049c4" /><Relationship Type="http://schemas.openxmlformats.org/officeDocument/2006/relationships/slide" Target="/ppt/slides/slide7.xml" Id="R25ad9bd52a3542a5" /><Relationship Type="http://schemas.openxmlformats.org/officeDocument/2006/relationships/slide" Target="/ppt/slides/slide8.xml" Id="Re4594a5e8e714992" /><Relationship Type="http://schemas.openxmlformats.org/officeDocument/2006/relationships/slide" Target="/ppt/slides/slide9.xml" Id="R926ea7d758634c68" /><Relationship Type="http://schemas.openxmlformats.org/officeDocument/2006/relationships/slide" Target="/ppt/slides/slide10.xml" Id="Rd976c72c1341441e" /><Relationship Type="http://schemas.openxmlformats.org/officeDocument/2006/relationships/slide" Target="/ppt/slides/slide11.xml" Id="R0543f4bc37d44b13" /><Relationship Type="http://schemas.openxmlformats.org/officeDocument/2006/relationships/slide" Target="/ppt/slides/slide12.xml" Id="Rcc9618c192904115" /><Relationship Type="http://schemas.openxmlformats.org/officeDocument/2006/relationships/slide" Target="/ppt/slides/slide13.xml" Id="R01abe929e96a4c52" /><Relationship Type="http://schemas.openxmlformats.org/officeDocument/2006/relationships/slide" Target="/ppt/slides/slide14.xml" Id="R6faacebb393447ba" /><Relationship Type="http://schemas.openxmlformats.org/officeDocument/2006/relationships/slide" Target="/ppt/slides/slide15.xml" Id="R760ff289fd3848c4" /><Relationship Type="http://schemas.openxmlformats.org/officeDocument/2006/relationships/slide" Target="/ppt/slides/slide16.xml" Id="R4fbfd7cc58f94b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572cd918ca44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79f7bae3aa48d9" /><Relationship Type="http://schemas.openxmlformats.org/officeDocument/2006/relationships/notesMaster" Target="/ppt/notesMasters/notesMaster1.xml" Id="Ra6b4018574ab4f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c85e02f45d4aac" /><Relationship Type="http://schemas.openxmlformats.org/officeDocument/2006/relationships/notesMaster" Target="/ppt/notesMasters/notesMaster1.xml" Id="R98b45404d22345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bb449f9c674715" /><Relationship Type="http://schemas.openxmlformats.org/officeDocument/2006/relationships/notesMaster" Target="/ppt/notesMasters/notesMaster1.xml" Id="R69f86841b3384c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b1b673f7e84fee" /><Relationship Type="http://schemas.openxmlformats.org/officeDocument/2006/relationships/notesMaster" Target="/ppt/notesMasters/notesMaster1.xml" Id="R24cc8324941f43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11e1d95a024a9e" /><Relationship Type="http://schemas.openxmlformats.org/officeDocument/2006/relationships/notesMaster" Target="/ppt/notesMasters/notesMaster1.xml" Id="R22638031b9384c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a85715dd234258" /><Relationship Type="http://schemas.openxmlformats.org/officeDocument/2006/relationships/notesMaster" Target="/ppt/notesMasters/notesMaster1.xml" Id="Rff3f6587d3c24c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2068d7671c4db0" /><Relationship Type="http://schemas.openxmlformats.org/officeDocument/2006/relationships/notesMaster" Target="/ppt/notesMasters/notesMaster1.xml" Id="R74d5ccb47a6146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1eaabe72834005" /><Relationship Type="http://schemas.openxmlformats.org/officeDocument/2006/relationships/notesMaster" Target="/ppt/notesMasters/notesMaster1.xml" Id="R1f747e4eac3b46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23e19b99a341f0" /><Relationship Type="http://schemas.openxmlformats.org/officeDocument/2006/relationships/notesMaster" Target="/ppt/notesMasters/notesMaster1.xml" Id="Rdc218d8f94f44e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4410ad959b40bc" /><Relationship Type="http://schemas.openxmlformats.org/officeDocument/2006/relationships/notesMaster" Target="/ppt/notesMasters/notesMaster1.xml" Id="Rc05773ec20c34a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a0ac8f45f04b38" /><Relationship Type="http://schemas.openxmlformats.org/officeDocument/2006/relationships/notesMaster" Target="/ppt/notesMasters/notesMaster1.xml" Id="R8af03fcd61b544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90e51d828246eb" /><Relationship Type="http://schemas.openxmlformats.org/officeDocument/2006/relationships/notesMaster" Target="/ppt/notesMasters/notesMaster1.xml" Id="R680dabb435cd40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735ef2cee84166" /><Relationship Type="http://schemas.openxmlformats.org/officeDocument/2006/relationships/notesMaster" Target="/ppt/notesMasters/notesMaster1.xml" Id="Rde8aeacbdef447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5b90998c884edc" /><Relationship Type="http://schemas.openxmlformats.org/officeDocument/2006/relationships/notesMaster" Target="/ppt/notesMasters/notesMaster1.xml" Id="R7e92dcfb52074d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53bba00f654a3c" /><Relationship Type="http://schemas.openxmlformats.org/officeDocument/2006/relationships/notesMaster" Target="/ppt/notesMasters/notesMaster1.xml" Id="R588d0946500b43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53ddad0fab4d99" /><Relationship Type="http://schemas.openxmlformats.org/officeDocument/2006/relationships/notesMaster" Target="/ppt/notesMasters/notesMaster1.xml" Id="R6df03407d6c54f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rPr>
                <a:solidFill>
                  <a:schemeClr val="dk1"/>
                </a:solidFill>
              </a:rPr>
              <a:t>Good afternoon. This is Ashish from the MDS 2023 batch, and this is the continuation of my capstone project, Retrieval Head Atlas. In the previous submission, I studied literal long-context copying: can a model find a hidden code in a long prompt, and which attention heads help it do that? In this submission, I extend the project to a more realistic question: when the query is semantic, and not just exact copying, what internal circuit carries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1200"/>
              </a:spcAft>
              <a:buNone/>
            </a:pPr>
            <a:r>
              <a:t>The motivation is the same as last semester, but the task is harder. A language model can answer from a long context, but accuracy only tells us that the answer came out correctly. It does not tell us whether the model found the exact span, whether it used a broad distributed representation, or whether a small circuit routed the answer. This matters even more for semantic retrieval, where the question might use an alias, a paraphrase, or a relation instead of repeating the exact phrase.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0"/>
              </a:spcAft>
              <a:buNone/>
            </a:pPr>
            <a:r>
              <a:rPr>
                <a:solidFill>
                  <a:schemeClr val="dk1"/>
                </a:solidFill>
              </a:rPr>
              <a:t>Before I move into the new work, I want to briefly anchor what was already submitted last semester. The first version of Retrieval Head Atlas mapped a literal needle-in-a-haystack task. The main result was that retrieval activity was sparse and concentrated in later layers, mainly around layers 19 to 23. Then ablation showed those suspect heads were not just correlated with retrieval, because removing them selectively hurt the hard long-range setting. Finally, patching showed an important nuance: the system was specialized for necessity, but answer information was also more redundant than the first head list suggested. This is the foundation I build on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0"/>
              </a:spcAft>
              <a:buNone/>
            </a:pPr>
            <a:r>
              <a:rPr>
                <a:solidFill>
                  <a:schemeClr val="dk1"/>
                </a:solidFill>
              </a:rPr>
              <a:t>This submission starts from that foundation rather than replacing it. Last semester the project asked: which attention heads are involved in literal retrieval? This semester I ask the next question: when retrieval becomes semantic, what role does each important head play? Some heads may directly address the answer span, some may support the computation, and only some may carry answer identity strongly enough to repair a corrupted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model is still Qwen2.5-1.5B-Instruct, so the comparison remains clean. I use controlled long-context prompts at 8k and 16k tokens, with a marked answer-bearing span placed early, middle, or late in the context. The query comes in five semantic variants: literal, alias, paraphrase, relational, and distractor-heavy. The main score is teacher-forced log probability of the correct answer tokens, which lets us see effects even when final accuracy is high.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0"/>
              </a:spcAft>
              <a:buNone/>
            </a:pPr>
            <a:r>
              <a:rPr>
                <a:solidFill>
                  <a:schemeClr val="dk1"/>
                </a:solidFill>
              </a:rPr>
              <a:t>The method intentionally reuses the earlier interpretability pipeline. Attention tracing asks where a head looks at the query step. Ablation asks whether the model needs that head or group of heads. Activation patching asks whether clean activations from that head can repair a corrupted prompt and restore probability on the clean answer. The difference is that I now compare these tools to separate head roles rather than collapse everything into one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first new result is that the previous retrieval-head neighborhood remains causally relevant when the task becomes semantic. When I ablate the selected retrieval heads at the query step, correct-answer log probability drops for every variant. The paraphrase condition is especially important because it is least like literal copying. This tells us the heads are involved in semantic retrieval, not only exact string matching.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0"/>
              </a:spcAft>
              <a:buNone/>
            </a:pPr>
            <a:r>
              <a:t>One interesting moment in the project was that some random controls were more damaging than expected. Instead of treating that as noise, I used it as a clue. A broader sweep showed that those random sets were sometimes sampling additional support heads from the same late-layer neighborhood. So the story expanded: we were not looking at one tiny shortlist, but at a broader semantic retrieval circuit with different kinds of members.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After grouping the heads functionally, the role split becomes clear. Answer-address heads directly attend to the answer-bearing span. Support heads do not necessarily point to the answer, but ablating them strongly damages the model. In this result, non-address core heads and query-tail support heads are much more damaging under ablation than the direct address group. That means support heads are not decorative; the model needs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1200"/>
              </a:spcAft>
              <a:buNone/>
            </a:pPr>
            <a:r>
              <a:rPr>
                <a:solidFill>
                  <a:schemeClr val="dk1"/>
                </a:solidFill>
              </a:rPr>
              <a:t>The key conceptual result is that necessity and answer-content sufficiency separate cleanly. Support heads are very necessary under ablation, but when I patch their clean activations into a corrupted run, they barely restore the clean answer. Answer-address heads show the opposite pattern: they are less damaging as a group under ablation, but they carry much more patchable answer identity. This resolves the earlier redundancy result into a clearer role decomposition.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answer-address group itself is also not uniform. Single-head patching shows that L22H7 carries most of the transplantable answer signal. L22H10 is a smaller companion, and L21H11 looks address-like but is weak as a standalone answer donor. This is useful because it prevents an overly simple conclusion: direct attention to the answer does not automatically mean the head carries the main answer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L22H7 result holds across the tested settings. It remains positive at 8k and 16k context lengths, and when the answer is early, middle, or late. There is a small dip at the 8k middle position, but the effect remains clearly positive. The important point is that the same head keeps aligning attention, activation difference, and causal patching evidence across the main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0"/>
              </a:spcAft>
              <a:buNone/>
            </a:pPr>
            <a:r>
              <a:rPr>
                <a:solidFill>
                  <a:schemeClr val="dk1"/>
                </a:solidFill>
              </a:rPr>
              <a:t>So the final story is not simply that the model has retrieval heads. The stronger claim is that semantic long-context retrieval is role-decomposed. One small address and content pathway, dominated by L22H7, carries answer identity. A broader support neighborhood is strongly necessary for retrieval to work, but does not itself transplant the answer under this patching setup. This explains why attention, ablation, and patching can appear to disagree unless we separate head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1200"/>
              </a:spcBef>
              <a:spcAft>
                <a:spcPts val="0"/>
              </a:spcAft>
              <a:buNone/>
            </a:pPr>
            <a:r>
              <a:t>There are still important limitations. The prompts are controlled and synthetic, which is useful for mechanistic intervention but not the same as natural documents. The model is only Qwen2.5-1.5B-Instruct, so other models may use different circuits. The patching site is still head-level attention output; future work should isolate query, key, value, attention logits, and MLP contributions. A paper version should also run larger confirmation grids and test more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The work builds on the transformer architecture, mechanistic interpretability as circuit analysis, causal tracing and activation patching, long-context retrieval analysis, and retrieval-head work. These references are the main intellectual background for why we can treat a model's internals as a testable mechanism rather than only a black-box predictor.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To close, the contribution of this submission is a clearer mechanism for semantic retrieval. We started with a literal retrieval-head atlas, then moved to semantic prompts and discovered that important heads have different roles. L22H7 is the clearest answer-content head, while other support heads make retrieval possible. So the new submission is not a separate project dropped on top of the earlier one; it is the next layer of the same investigation.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cbc33f68c14b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3cb3c135014d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dec14c0c6c4f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12ed1ea27444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dd6ac62c1e4a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9e6eab908b467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074d7d6c34244d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9c41faf8bd2461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a67a923bf5d43a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dd3d1d74cee4a1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6c855fe49bd4da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e1fb03ffa9a47b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8a6c6a6106749a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41ca36f0b874dab" /></Relationships>
</file>

<file path=ppt/slideLayouts/slideLayout1.xml><?xml version="1.0" encoding="utf-8"?>
<p:sldLayout xmlns:p="http://schemas.openxmlformats.org/presentationml/2006/main"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FB708D2B-F7B4-4296-B869-8836A00A963C}"/>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29ED5577-68DA-4F64-9DDE-05871BCE853C}"/>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har char="•"/>
              <a:defRPr/>
            </a:lvl1pPr>
            <a:lvl2pPr marL="914400" indent="-342900" algn="l">
              <a:spcBef>
                <a:spcPts val="360"/>
              </a:spcBef>
              <a:spcAft>
                <a:spcPts val="0"/>
              </a:spcAft>
              <a:buChar char="–"/>
              <a:defRPr/>
            </a:lvl2pPr>
            <a:lvl3pPr marL="1371600" indent="-342900" algn="l">
              <a:spcBef>
                <a:spcPts val="360"/>
              </a:spcBef>
              <a:spcAft>
                <a:spcPts val="0"/>
              </a:spcAft>
              <a:buChar char="•"/>
              <a:defRPr/>
            </a:lvl3pPr>
            <a:lvl4pPr marL="1828800" indent="-342900" algn="l">
              <a:spcBef>
                <a:spcPts val="360"/>
              </a:spcBef>
              <a:spcAft>
                <a:spcPts val="0"/>
              </a:spcAft>
              <a:buChar char="–"/>
              <a:defRPr/>
            </a:lvl4pPr>
            <a:lvl5pPr marL="2286000" indent="-342900" algn="l">
              <a:spcBef>
                <a:spcPts val="360"/>
              </a:spcBef>
              <a:spcAft>
                <a:spcPts val="0"/>
              </a:spcAft>
              <a:buChar char="»"/>
              <a:defRPr/>
            </a:lvl5pPr>
            <a:lvl6pPr marL="2743200" indent="-342900" algn="l">
              <a:spcBef>
                <a:spcPts val="360"/>
              </a:spcBef>
              <a:spcAft>
                <a:spcPts val="0"/>
              </a:spcAft>
              <a:buChar char="•"/>
              <a:defRPr/>
            </a:lvl6pPr>
            <a:lvl7pPr marL="3200400" indent="-342900" algn="l">
              <a:spcBef>
                <a:spcPts val="360"/>
              </a:spcBef>
              <a:spcAft>
                <a:spcPts val="0"/>
              </a:spcAft>
              <a:buChar char="•"/>
              <a:defRPr/>
            </a:lvl7pPr>
            <a:lvl8pPr marL="3657600" indent="-342900" algn="l">
              <a:spcBef>
                <a:spcPts val="360"/>
              </a:spcBef>
              <a:spcAft>
                <a:spcPts val="0"/>
              </a:spcAft>
              <a:buChar char="•"/>
              <a:defRPr/>
            </a:lvl8pPr>
            <a:lvl9pPr marL="4114800" indent="-342900" algn="l">
              <a:spcBef>
                <a:spcPts val="360"/>
              </a:spcBef>
              <a:spcAft>
                <a:spcPts val="0"/>
              </a:spcAft>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258BD1BE-02B8-44E1-B01C-244CAF060FB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5FD9931-0C8A-4995-AD28-208CA208B3D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4EFF7582-298B-4155-A189-985E0AAAEE8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2.xml><?xml version="1.0" encoding="utf-8"?>
<p:sldLayout xmlns:p="http://schemas.openxmlformats.org/presentationml/2006/main"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4A599303-8857-4AC3-B8FF-5216799ED82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B1F80EBA-37E9-4380-A7BF-1F08AFDE04EF}"/>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har char="•"/>
              <a:defRPr/>
            </a:lvl1pPr>
            <a:lvl2pPr marL="914400" indent="-342900" algn="l">
              <a:spcBef>
                <a:spcPts val="360"/>
              </a:spcBef>
              <a:spcAft>
                <a:spcPts val="0"/>
              </a:spcAft>
              <a:buChar char="–"/>
              <a:defRPr/>
            </a:lvl2pPr>
            <a:lvl3pPr marL="1371600" indent="-342900" algn="l">
              <a:spcBef>
                <a:spcPts val="360"/>
              </a:spcBef>
              <a:spcAft>
                <a:spcPts val="0"/>
              </a:spcAft>
              <a:buChar char="•"/>
              <a:defRPr/>
            </a:lvl3pPr>
            <a:lvl4pPr marL="1828800" indent="-342900" algn="l">
              <a:spcBef>
                <a:spcPts val="360"/>
              </a:spcBef>
              <a:spcAft>
                <a:spcPts val="0"/>
              </a:spcAft>
              <a:buChar char="–"/>
              <a:defRPr/>
            </a:lvl4pPr>
            <a:lvl5pPr marL="2286000" indent="-342900" algn="l">
              <a:spcBef>
                <a:spcPts val="360"/>
              </a:spcBef>
              <a:spcAft>
                <a:spcPts val="0"/>
              </a:spcAft>
              <a:buChar char="»"/>
              <a:defRPr/>
            </a:lvl5pPr>
            <a:lvl6pPr marL="2743200" indent="-342900" algn="l">
              <a:spcBef>
                <a:spcPts val="360"/>
              </a:spcBef>
              <a:spcAft>
                <a:spcPts val="0"/>
              </a:spcAft>
              <a:buChar char="•"/>
              <a:defRPr/>
            </a:lvl6pPr>
            <a:lvl7pPr marL="3200400" indent="-342900" algn="l">
              <a:spcBef>
                <a:spcPts val="360"/>
              </a:spcBef>
              <a:spcAft>
                <a:spcPts val="0"/>
              </a:spcAft>
              <a:buChar char="•"/>
              <a:defRPr/>
            </a:lvl7pPr>
            <a:lvl8pPr marL="3657600" indent="-342900" algn="l">
              <a:spcBef>
                <a:spcPts val="360"/>
              </a:spcBef>
              <a:spcAft>
                <a:spcPts val="0"/>
              </a:spcAft>
              <a:buChar char="•"/>
              <a:defRPr/>
            </a:lvl8pPr>
            <a:lvl9pPr marL="4114800" indent="-342900" algn="l">
              <a:spcBef>
                <a:spcPts val="360"/>
              </a:spcBef>
              <a:spcAft>
                <a:spcPts val="0"/>
              </a:spcAft>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BE2330E2-9D8D-4B07-A4BB-1864ED67B8C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9E044F89-EAC1-4572-A0F4-A4944D1B612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8B1C8AB1-F669-4A10-8810-28F3E093FCE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_1">
    <p:spTree>
      <p:nvGrpSpPr>
        <p:cNvPr id="1" name=""/>
        <p:cNvGrpSpPr/>
        <p:nvPr/>
      </p:nvGrpSpPr>
      <p:grpSpPr>
        <a:xfrm xmlns:a="http://schemas.openxmlformats.org/drawingml/2006/main"/>
      </p:grpSpPr>
      <p:sp>
        <p:nvSpPr>
          <p:cNvPr id="81" name="Google Shape;81;p13">
            <a:extLst xmlns:a="http://schemas.openxmlformats.org/drawingml/2006/main">
              <a:ext uri="{FF2B5EF4-FFF2-40B4-BE49-F238E27FC236}">
                <a16:creationId xmlns:a16="http://schemas.microsoft.com/office/drawing/2014/main" id="{FF630069-83BB-4184-93D8-291A477DD83B}"/>
              </a:ext>
            </a:extLst>
          </p:cNvPr>
          <p:cNvSpPr>
            <a:spLocks xmlns:a="http://schemas.openxmlformats.org/drawingml/2006/main" noGrp="1"/>
          </p:cNvSpPr>
          <p:nvPr>
            <p:ph type="ctrTitle" idx="0"/>
          </p:nvPr>
        </p:nvSpPr>
        <p:spPr>
          <a:xfrm xmlns:a="http://schemas.openxmlformats.org/drawingml/2006/main">
            <a:off x="415611" y="992767"/>
            <a:ext cx="11360700" cy="2736900"/>
          </a:xfrm>
          <a:prstGeom xmlns:a="http://schemas.openxmlformats.org/drawingml/2006/main" prst="rect">
            <a:avLst/>
          </a:prstGeom>
        </p:spPr>
        <p:txBody>
          <a:bodyPr xmlns:a="http://schemas.openxmlformats.org/drawingml/2006/main" spcFirstLastPara="1" wrap="square" lIns="91425" tIns="45700" rIns="91425" bIns="45700" anchor="b">
            <a:normAutofit/>
          </a:bodyPr>
          <a:lstStyle xmlns:a="http://schemas.openxmlformats.org/drawingml/2006/main">
            <a:lvl1pPr algn="ctr">
              <a:spcBef>
                <a:spcPts val="0"/>
              </a:spcBef>
              <a:spcAft>
                <a:spcPts val="0"/>
              </a:spcAft>
              <a:buNone/>
              <a:defRPr sz="6900">
                <a:latin typeface="Comfortaa"/>
                <a:ea typeface="Comfortaa"/>
                <a:cs typeface="Comfortaa"/>
              </a:defRPr>
            </a:lvl1pPr>
            <a:lvl2pPr algn="ctr">
              <a:spcBef>
                <a:spcPts val="0"/>
              </a:spcBef>
              <a:spcAft>
                <a:spcPts val="0"/>
              </a:spcAft>
              <a:buNone/>
              <a:defRPr sz="6900"/>
            </a:lvl2pPr>
            <a:lvl3pPr algn="ctr">
              <a:spcBef>
                <a:spcPts val="0"/>
              </a:spcBef>
              <a:spcAft>
                <a:spcPts val="0"/>
              </a:spcAft>
              <a:buNone/>
              <a:defRPr sz="6900"/>
            </a:lvl3pPr>
            <a:lvl4pPr algn="ctr">
              <a:spcBef>
                <a:spcPts val="0"/>
              </a:spcBef>
              <a:spcAft>
                <a:spcPts val="0"/>
              </a:spcAft>
              <a:buNone/>
              <a:defRPr sz="6900"/>
            </a:lvl4pPr>
            <a:lvl5pPr algn="ctr">
              <a:spcBef>
                <a:spcPts val="0"/>
              </a:spcBef>
              <a:spcAft>
                <a:spcPts val="0"/>
              </a:spcAft>
              <a:buNone/>
              <a:defRPr sz="6900"/>
            </a:lvl5pPr>
            <a:lvl6pPr algn="ctr">
              <a:spcBef>
                <a:spcPts val="0"/>
              </a:spcBef>
              <a:spcAft>
                <a:spcPts val="0"/>
              </a:spcAft>
              <a:buNone/>
              <a:defRPr sz="6900"/>
            </a:lvl6pPr>
            <a:lvl7pPr algn="ctr">
              <a:spcBef>
                <a:spcPts val="0"/>
              </a:spcBef>
              <a:spcAft>
                <a:spcPts val="0"/>
              </a:spcAft>
              <a:buNone/>
              <a:defRPr sz="6900"/>
            </a:lvl7pPr>
            <a:lvl8pPr algn="ctr">
              <a:spcBef>
                <a:spcPts val="0"/>
              </a:spcBef>
              <a:spcAft>
                <a:spcPts val="0"/>
              </a:spcAft>
              <a:buNone/>
              <a:defRPr sz="6900"/>
            </a:lvl8pPr>
            <a:lvl9pPr algn="ctr">
              <a:spcBef>
                <a:spcPts val="0"/>
              </a:spcBef>
              <a:spcAft>
                <a:spcPts val="0"/>
              </a:spcAft>
              <a:buNone/>
              <a:defRPr sz="6900"/>
            </a:lvl9pPr>
          </a:lstStyle>
          <a:p xmlns:a="http://schemas.openxmlformats.org/drawingml/2006/main"/>
        </p:txBody>
      </p:sp>
      <p:sp>
        <p:nvSpPr>
          <p:cNvPr id="82" name="Google Shape;82;p13">
            <a:extLst xmlns:a="http://schemas.openxmlformats.org/drawingml/2006/main">
              <a:ext uri="{FF2B5EF4-FFF2-40B4-BE49-F238E27FC236}">
                <a16:creationId xmlns:a16="http://schemas.microsoft.com/office/drawing/2014/main" id="{03971F6F-2786-4FD3-9136-2ED5F89D957E}"/>
              </a:ext>
            </a:extLst>
          </p:cNvPr>
          <p:cNvSpPr>
            <a:spLocks xmlns:a="http://schemas.openxmlformats.org/drawingml/2006/main" noGrp="1"/>
          </p:cNvSpPr>
          <p:nvPr>
            <p:ph type="subTitle" idx="1"/>
          </p:nvPr>
        </p:nvSpPr>
        <p:spPr>
          <a:xfrm xmlns:a="http://schemas.openxmlformats.org/drawingml/2006/main">
            <a:off x="415600" y="3778833"/>
            <a:ext cx="11360700" cy="1056900"/>
          </a:xfrm>
          <a:prstGeom xmlns:a="http://schemas.openxmlformats.org/drawingml/2006/main" prst="rect">
            <a:avLst/>
          </a:prstGeom>
        </p:spPr>
        <p:txBody>
          <a:bodyPr xmlns:a="http://schemas.openxmlformats.org/drawingml/2006/main" spcFirstLastPara="1" wrap="square" lIns="91425" tIns="45700" rIns="91425" bIns="45700" anchor="t">
            <a:normAutofit/>
          </a:bodyPr>
          <a:lstStyle xmlns:a="http://schemas.openxmlformats.org/drawingml/2006/main">
            <a:lvl1pPr algn="ctr">
              <a:lnSpc>
                <a:spcPct val="100000"/>
              </a:lnSpc>
              <a:spcBef>
                <a:spcPts val="640"/>
              </a:spcBef>
              <a:spcAft>
                <a:spcPts val="0"/>
              </a:spcAft>
              <a:buNone/>
              <a:defRPr sz="3700">
                <a:latin typeface="Comfortaa"/>
                <a:ea typeface="Comfortaa"/>
                <a:cs typeface="Comfortaa"/>
              </a:defRPr>
            </a:lvl1pPr>
            <a:lvl2pPr algn="ctr">
              <a:lnSpc>
                <a:spcPct val="100000"/>
              </a:lnSpc>
              <a:spcBef>
                <a:spcPts val="560"/>
              </a:spcBef>
              <a:spcAft>
                <a:spcPts val="0"/>
              </a:spcAft>
              <a:buNone/>
              <a:defRPr sz="3700"/>
            </a:lvl2pPr>
            <a:lvl3pPr algn="ctr">
              <a:lnSpc>
                <a:spcPct val="100000"/>
              </a:lnSpc>
              <a:spcBef>
                <a:spcPts val="480"/>
              </a:spcBef>
              <a:spcAft>
                <a:spcPts val="0"/>
              </a:spcAft>
              <a:buNone/>
              <a:defRPr sz="3700"/>
            </a:lvl3pPr>
            <a:lvl4pPr algn="ctr">
              <a:lnSpc>
                <a:spcPct val="100000"/>
              </a:lnSpc>
              <a:spcBef>
                <a:spcPts val="400"/>
              </a:spcBef>
              <a:spcAft>
                <a:spcPts val="0"/>
              </a:spcAft>
              <a:buNone/>
              <a:defRPr sz="3700"/>
            </a:lvl4pPr>
            <a:lvl5pPr algn="ctr">
              <a:lnSpc>
                <a:spcPct val="100000"/>
              </a:lnSpc>
              <a:spcBef>
                <a:spcPts val="400"/>
              </a:spcBef>
              <a:spcAft>
                <a:spcPts val="0"/>
              </a:spcAft>
              <a:buNone/>
              <a:defRPr sz="3700"/>
            </a:lvl5pPr>
            <a:lvl6pPr algn="ctr">
              <a:lnSpc>
                <a:spcPct val="100000"/>
              </a:lnSpc>
              <a:spcBef>
                <a:spcPts val="400"/>
              </a:spcBef>
              <a:spcAft>
                <a:spcPts val="0"/>
              </a:spcAft>
              <a:buNone/>
              <a:defRPr sz="3700"/>
            </a:lvl6pPr>
            <a:lvl7pPr algn="ctr">
              <a:lnSpc>
                <a:spcPct val="100000"/>
              </a:lnSpc>
              <a:spcBef>
                <a:spcPts val="400"/>
              </a:spcBef>
              <a:spcAft>
                <a:spcPts val="0"/>
              </a:spcAft>
              <a:buNone/>
              <a:defRPr sz="3700"/>
            </a:lvl7pPr>
            <a:lvl8pPr algn="ctr">
              <a:lnSpc>
                <a:spcPct val="100000"/>
              </a:lnSpc>
              <a:spcBef>
                <a:spcPts val="400"/>
              </a:spcBef>
              <a:spcAft>
                <a:spcPts val="0"/>
              </a:spcAft>
              <a:buNone/>
              <a:defRPr sz="3700"/>
            </a:lvl8pPr>
            <a:lvl9pPr algn="ctr">
              <a:lnSpc>
                <a:spcPct val="100000"/>
              </a:lnSpc>
              <a:spcBef>
                <a:spcPts val="400"/>
              </a:spcBef>
              <a:spcAft>
                <a:spcPts val="0"/>
              </a:spcAft>
              <a:buNone/>
              <a:defRPr sz="3700"/>
            </a:lvl9pPr>
          </a:lstStyle>
          <a:p xmlns:a="http://schemas.openxmlformats.org/drawingml/2006/main"/>
        </p:txBody>
      </p:sp>
      <p:sp>
        <p:nvSpPr>
          <p:cNvPr id="83" name="Google Shape;83;p13">
            <a:extLst xmlns:a="http://schemas.openxmlformats.org/drawingml/2006/main">
              <a:ext uri="{FF2B5EF4-FFF2-40B4-BE49-F238E27FC236}">
                <a16:creationId xmlns:a16="http://schemas.microsoft.com/office/drawing/2014/main" id="{5696FFE8-29F8-4700-8C99-BEA8338F90DC}"/>
              </a:ext>
            </a:extLst>
          </p:cNvPr>
          <p:cNvSpPr>
            <a:spLocks xmlns:a="http://schemas.openxmlformats.org/drawingml/2006/main" noGrp="1"/>
          </p:cNvSpPr>
          <p:nvPr>
            <p:ph type="sldNum" idx="12"/>
          </p:nvPr>
        </p:nvSpPr>
        <p:spPr>
          <a:xfrm xmlns:a="http://schemas.openxmlformats.org/drawingml/2006/main">
            <a:off x="192842" y="6319233"/>
            <a:ext cx="11835300" cy="292500"/>
          </a:xfrm>
          <a:prstGeom xmlns:a="http://schemas.openxmlformats.org/drawingml/2006/main" prst="rect">
            <a:avLst/>
          </a:prstGeom>
        </p:spPr>
        <p:txBody>
          <a:bodyPr xmlns:a="http://schemas.openxmlformats.org/drawingml/2006/main" spcFirstLastPara="1" wrap="square" lIns="91425" tIns="45700" rIns="91425" bIns="45700" anchor="ctr">
            <a:spAutoFit/>
          </a:bodyPr>
          <a:lstStyle xmlns:a="http://schemas.openxmlformats.org/drawingml/2006/main">
            <a:lvl1pPr>
              <a:buNone/>
              <a:defRPr sz="1300">
                <a:solidFill>
                  <a:schemeClr val="dk2"/>
                </a:solidFill>
                <a:latin typeface="Comfortaa"/>
                <a:ea typeface="Comfortaa"/>
                <a:cs typeface="Comfortaa"/>
              </a:defRPr>
            </a:lvl1pPr>
            <a:lvl2pPr>
              <a:buNone/>
              <a:defRPr sz="1300">
                <a:solidFill>
                  <a:schemeClr val="dk2"/>
                </a:solidFill>
                <a:latin typeface="Comfortaa"/>
                <a:ea typeface="Comfortaa"/>
                <a:cs typeface="Comfortaa"/>
              </a:defRPr>
            </a:lvl2pPr>
            <a:lvl3pPr>
              <a:buNone/>
              <a:defRPr sz="1300">
                <a:solidFill>
                  <a:schemeClr val="dk2"/>
                </a:solidFill>
                <a:latin typeface="Comfortaa"/>
                <a:ea typeface="Comfortaa"/>
                <a:cs typeface="Comfortaa"/>
              </a:defRPr>
            </a:lvl3pPr>
            <a:lvl4pPr>
              <a:buNone/>
              <a:defRPr sz="1300">
                <a:solidFill>
                  <a:schemeClr val="dk2"/>
                </a:solidFill>
                <a:latin typeface="Comfortaa"/>
                <a:ea typeface="Comfortaa"/>
                <a:cs typeface="Comfortaa"/>
              </a:defRPr>
            </a:lvl4pPr>
            <a:lvl5pPr>
              <a:buNone/>
              <a:defRPr sz="1300">
                <a:solidFill>
                  <a:schemeClr val="dk2"/>
                </a:solidFill>
                <a:latin typeface="Comfortaa"/>
                <a:ea typeface="Comfortaa"/>
                <a:cs typeface="Comfortaa"/>
              </a:defRPr>
            </a:lvl5pPr>
            <a:lvl6pPr>
              <a:buNone/>
              <a:defRPr sz="1300">
                <a:solidFill>
                  <a:schemeClr val="dk2"/>
                </a:solidFill>
                <a:latin typeface="Comfortaa"/>
                <a:ea typeface="Comfortaa"/>
                <a:cs typeface="Comfortaa"/>
              </a:defRPr>
            </a:lvl6pPr>
            <a:lvl7pPr>
              <a:buNone/>
              <a:defRPr sz="1300">
                <a:solidFill>
                  <a:schemeClr val="dk2"/>
                </a:solidFill>
                <a:latin typeface="Comfortaa"/>
                <a:ea typeface="Comfortaa"/>
                <a:cs typeface="Comfortaa"/>
              </a:defRPr>
            </a:lvl7pPr>
            <a:lvl8pPr>
              <a:buNone/>
              <a:defRPr sz="1300">
                <a:solidFill>
                  <a:schemeClr val="dk2"/>
                </a:solidFill>
                <a:latin typeface="Comfortaa"/>
                <a:ea typeface="Comfortaa"/>
                <a:cs typeface="Comfortaa"/>
              </a:defRPr>
            </a:lvl8pPr>
            <a:lvl9pPr>
              <a:buNone/>
              <a:defRPr sz="1300">
                <a:solidFill>
                  <a:schemeClr val="dk2"/>
                </a:solidFill>
                <a:latin typeface="Comfortaa"/>
                <a:ea typeface="Comfortaa"/>
                <a:cs typeface="Comfortaa"/>
              </a:defRPr>
            </a:lvl9pPr>
          </a:lstStyle>
          <a:p xmlns:a="http://schemas.openxmlformats.org/drawingml/2006/main"/>
        </p:txBody>
      </p:sp>
    </p:spTree>
  </p:cSld>
</p:sldLayout>
</file>

<file path=ppt/slideLayouts/slideLayout4.xml><?xml version="1.0" encoding="utf-8"?>
<p:sldLayout xmlns:p="http://schemas.openxmlformats.org/presentationml/2006/main"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377EFAE-62BB-4B59-A8BC-9A43BD15D65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9AA02058-ED9D-4CBE-9CF9-7B44AF5A713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1D54DB73-CB3E-4A93-ACE6-0C30C5C568A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5.xml><?xml version="1.0" encoding="utf-8"?>
<p:sldLayout xmlns:p="http://schemas.openxmlformats.org/presentationml/2006/main"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96456E0A-6FF8-40F3-BC05-BCA620997B44}"/>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5A3B263C-972C-435A-9930-11C4F3274BE8}"/>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None/>
              <a:defRPr>
                <a:solidFill>
                  <a:srgbClr val="888888"/>
                </a:solidFill>
              </a:defRPr>
            </a:lvl1pPr>
            <a:lvl2pPr algn="ctr">
              <a:spcBef>
                <a:spcPts val="560"/>
              </a:spcBef>
              <a:spcAft>
                <a:spcPts val="0"/>
              </a:spcAft>
              <a:buNone/>
              <a:defRPr>
                <a:solidFill>
                  <a:srgbClr val="888888"/>
                </a:solidFill>
              </a:defRPr>
            </a:lvl2pPr>
            <a:lvl3pPr algn="ctr">
              <a:spcBef>
                <a:spcPts val="480"/>
              </a:spcBef>
              <a:spcAft>
                <a:spcPts val="0"/>
              </a:spcAft>
              <a:buNone/>
              <a:defRPr>
                <a:solidFill>
                  <a:srgbClr val="888888"/>
                </a:solidFill>
              </a:defRPr>
            </a:lvl3pPr>
            <a:lvl4pPr algn="ctr">
              <a:spcBef>
                <a:spcPts val="400"/>
              </a:spcBef>
              <a:spcAft>
                <a:spcPts val="0"/>
              </a:spcAft>
              <a:buNone/>
              <a:defRPr>
                <a:solidFill>
                  <a:srgbClr val="888888"/>
                </a:solidFill>
              </a:defRPr>
            </a:lvl4pPr>
            <a:lvl5pPr algn="ctr">
              <a:spcBef>
                <a:spcPts val="400"/>
              </a:spcBef>
              <a:spcAft>
                <a:spcPts val="0"/>
              </a:spcAft>
              <a:buNone/>
              <a:defRPr>
                <a:solidFill>
                  <a:srgbClr val="888888"/>
                </a:solidFill>
              </a:defRPr>
            </a:lvl5pPr>
            <a:lvl6pPr algn="ctr">
              <a:spcBef>
                <a:spcPts val="400"/>
              </a:spcBef>
              <a:spcAft>
                <a:spcPts val="0"/>
              </a:spcAft>
              <a:buNone/>
              <a:defRPr>
                <a:solidFill>
                  <a:srgbClr val="888888"/>
                </a:solidFill>
              </a:defRPr>
            </a:lvl6pPr>
            <a:lvl7pPr algn="ctr">
              <a:spcBef>
                <a:spcPts val="400"/>
              </a:spcBef>
              <a:spcAft>
                <a:spcPts val="0"/>
              </a:spcAft>
              <a:buNone/>
              <a:defRPr>
                <a:solidFill>
                  <a:srgbClr val="888888"/>
                </a:solidFill>
              </a:defRPr>
            </a:lvl7pPr>
            <a:lvl8pPr algn="ctr">
              <a:spcBef>
                <a:spcPts val="400"/>
              </a:spcBef>
              <a:spcAft>
                <a:spcPts val="0"/>
              </a:spcAft>
              <a:buNone/>
              <a:defRPr>
                <a:solidFill>
                  <a:srgbClr val="888888"/>
                </a:solidFill>
              </a:defRPr>
            </a:lvl8pPr>
            <a:lvl9pPr algn="ctr">
              <a:spcBef>
                <a:spcPts val="400"/>
              </a:spcBef>
              <a:spcAft>
                <a:spcPts val="0"/>
              </a:spcAft>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125AF9CF-D9B8-4121-A3B8-F849DBFE80DE}"/>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20312F1B-379F-422E-913E-194E133730D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039B2CA0-1198-45E7-9E62-D4365A2034D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6.xml><?xml version="1.0" encoding="utf-8"?>
<p:sldLayout xmlns:p="http://schemas.openxmlformats.org/presentationml/2006/main"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5EFAD9A4-4CD4-492A-8DE7-E0524171C80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B282C6DC-99F7-4DDB-919D-C452E47D885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har char="•"/>
              <a:defRPr/>
            </a:lvl1pPr>
            <a:lvl2pPr marL="914400" indent="-342900" algn="l">
              <a:spcBef>
                <a:spcPts val="360"/>
              </a:spcBef>
              <a:spcAft>
                <a:spcPts val="0"/>
              </a:spcAft>
              <a:buChar char="–"/>
              <a:defRPr/>
            </a:lvl2pPr>
            <a:lvl3pPr marL="1371600" indent="-342900" algn="l">
              <a:spcBef>
                <a:spcPts val="360"/>
              </a:spcBef>
              <a:spcAft>
                <a:spcPts val="0"/>
              </a:spcAft>
              <a:buChar char="•"/>
              <a:defRPr/>
            </a:lvl3pPr>
            <a:lvl4pPr marL="1828800" indent="-342900" algn="l">
              <a:spcBef>
                <a:spcPts val="360"/>
              </a:spcBef>
              <a:spcAft>
                <a:spcPts val="0"/>
              </a:spcAft>
              <a:buChar char="–"/>
              <a:defRPr/>
            </a:lvl4pPr>
            <a:lvl5pPr marL="2286000" indent="-342900" algn="l">
              <a:spcBef>
                <a:spcPts val="360"/>
              </a:spcBef>
              <a:spcAft>
                <a:spcPts val="0"/>
              </a:spcAft>
              <a:buChar char="»"/>
              <a:defRPr/>
            </a:lvl5pPr>
            <a:lvl6pPr marL="2743200" indent="-342900" algn="l">
              <a:spcBef>
                <a:spcPts val="360"/>
              </a:spcBef>
              <a:spcAft>
                <a:spcPts val="0"/>
              </a:spcAft>
              <a:buChar char="•"/>
              <a:defRPr/>
            </a:lvl6pPr>
            <a:lvl7pPr marL="3200400" indent="-342900" algn="l">
              <a:spcBef>
                <a:spcPts val="360"/>
              </a:spcBef>
              <a:spcAft>
                <a:spcPts val="0"/>
              </a:spcAft>
              <a:buChar char="•"/>
              <a:defRPr/>
            </a:lvl7pPr>
            <a:lvl8pPr marL="3657600" indent="-342900" algn="l">
              <a:spcBef>
                <a:spcPts val="360"/>
              </a:spcBef>
              <a:spcAft>
                <a:spcPts val="0"/>
              </a:spcAft>
              <a:buChar char="•"/>
              <a:defRPr/>
            </a:lvl8pPr>
            <a:lvl9pPr marL="4114800" indent="-342900" algn="l">
              <a:spcBef>
                <a:spcPts val="360"/>
              </a:spcBef>
              <a:spcAft>
                <a:spcPts val="0"/>
              </a:spcAft>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9B769AB9-FA85-43FF-8395-49EF045F625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1216A9FD-E9B7-423C-8551-4F558730BBA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5D358556-8354-4816-813F-6669A4C68DE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7.xml><?xml version="1.0" encoding="utf-8"?>
<p:sldLayout xmlns:p="http://schemas.openxmlformats.org/presentationml/2006/main"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81D77095-FA63-41E4-B346-67D288B35399}"/>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None/>
              <a:defRPr sz="4000" b="1" cap="none"/>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AF1B82B9-60A0-47D8-B502-704FE1C2008E}"/>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None/>
              <a:defRPr sz="2000">
                <a:solidFill>
                  <a:srgbClr val="888888"/>
                </a:solidFill>
              </a:defRPr>
            </a:lvl1pPr>
            <a:lvl2pPr marL="914400" indent="-228600" algn="l">
              <a:spcBef>
                <a:spcPts val="360"/>
              </a:spcBef>
              <a:spcAft>
                <a:spcPts val="0"/>
              </a:spcAft>
              <a:buNone/>
              <a:defRPr sz="1800">
                <a:solidFill>
                  <a:srgbClr val="888888"/>
                </a:solidFill>
              </a:defRPr>
            </a:lvl2pPr>
            <a:lvl3pPr marL="1371600" indent="-228600" algn="l">
              <a:spcBef>
                <a:spcPts val="320"/>
              </a:spcBef>
              <a:spcAft>
                <a:spcPts val="0"/>
              </a:spcAft>
              <a:buNone/>
              <a:defRPr sz="1600">
                <a:solidFill>
                  <a:srgbClr val="888888"/>
                </a:solidFill>
              </a:defRPr>
            </a:lvl3pPr>
            <a:lvl4pPr marL="1828800" indent="-228600" algn="l">
              <a:spcBef>
                <a:spcPts val="280"/>
              </a:spcBef>
              <a:spcAft>
                <a:spcPts val="0"/>
              </a:spcAft>
              <a:buNone/>
              <a:defRPr sz="1400">
                <a:solidFill>
                  <a:srgbClr val="888888"/>
                </a:solidFill>
              </a:defRPr>
            </a:lvl4pPr>
            <a:lvl5pPr marL="2286000" indent="-228600" algn="l">
              <a:spcBef>
                <a:spcPts val="280"/>
              </a:spcBef>
              <a:spcAft>
                <a:spcPts val="0"/>
              </a:spcAft>
              <a:buNone/>
              <a:defRPr sz="1400">
                <a:solidFill>
                  <a:srgbClr val="888888"/>
                </a:solidFill>
              </a:defRPr>
            </a:lvl5pPr>
            <a:lvl6pPr marL="2743200" indent="-228600" algn="l">
              <a:spcBef>
                <a:spcPts val="280"/>
              </a:spcBef>
              <a:spcAft>
                <a:spcPts val="0"/>
              </a:spcAft>
              <a:buNone/>
              <a:defRPr sz="1400">
                <a:solidFill>
                  <a:srgbClr val="888888"/>
                </a:solidFill>
              </a:defRPr>
            </a:lvl6pPr>
            <a:lvl7pPr marL="3200400" indent="-228600" algn="l">
              <a:spcBef>
                <a:spcPts val="280"/>
              </a:spcBef>
              <a:spcAft>
                <a:spcPts val="0"/>
              </a:spcAft>
              <a:buNone/>
              <a:defRPr sz="1400">
                <a:solidFill>
                  <a:srgbClr val="888888"/>
                </a:solidFill>
              </a:defRPr>
            </a:lvl7pPr>
            <a:lvl8pPr marL="3657600" indent="-228600" algn="l">
              <a:spcBef>
                <a:spcPts val="280"/>
              </a:spcBef>
              <a:spcAft>
                <a:spcPts val="0"/>
              </a:spcAft>
              <a:buNone/>
              <a:defRPr sz="1400">
                <a:solidFill>
                  <a:srgbClr val="888888"/>
                </a:solidFill>
              </a:defRPr>
            </a:lvl8pPr>
            <a:lvl9pPr marL="4114800" indent="-228600" algn="l">
              <a:spcBef>
                <a:spcPts val="280"/>
              </a:spcBef>
              <a:spcAft>
                <a:spcPts val="0"/>
              </a:spcAft>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BE6C3877-1CF4-4155-9456-E11BEFF6B44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F7A733C6-5E29-431F-B5F4-25135B4DB94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509EC86-AD74-411A-A09A-5CEC3E7A745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8.xml><?xml version="1.0" encoding="utf-8"?>
<p:sldLayout xmlns:p="http://schemas.openxmlformats.org/presentationml/2006/mai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09B1F91E-A09B-4CA4-9534-03222285F4B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None/>
              <a:defRPr sz="2000" b="1"/>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693A9B7-C633-4DE9-BADD-371DB1A23B9A}"/>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64" name="Google Shape;64;p10">
            <a:extLst xmlns:a="http://schemas.openxmlformats.org/drawingml/2006/main">
              <a:ext uri="{FF2B5EF4-FFF2-40B4-BE49-F238E27FC236}">
                <a16:creationId xmlns:a16="http://schemas.microsoft.com/office/drawing/2014/main" id="{9016CF8C-3CE0-4A33-A1FF-407F877F730A}"/>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None/>
              <a:defRPr sz="1400"/>
            </a:lvl1pPr>
            <a:lvl2pPr marL="914400" indent="-228600" algn="l">
              <a:spcBef>
                <a:spcPts val="240"/>
              </a:spcBef>
              <a:spcAft>
                <a:spcPts val="0"/>
              </a:spcAft>
              <a:buNone/>
              <a:defRPr sz="1200"/>
            </a:lvl2pPr>
            <a:lvl3pPr marL="1371600" indent="-228600" algn="l">
              <a:spcBef>
                <a:spcPts val="200"/>
              </a:spcBef>
              <a:spcAft>
                <a:spcPts val="0"/>
              </a:spcAft>
              <a:buNone/>
              <a:defRPr sz="1000"/>
            </a:lvl3pPr>
            <a:lvl4pPr marL="1828800" indent="-228600" algn="l">
              <a:spcBef>
                <a:spcPts val="180"/>
              </a:spcBef>
              <a:spcAft>
                <a:spcPts val="0"/>
              </a:spcAft>
              <a:buNone/>
              <a:defRPr sz="900"/>
            </a:lvl4pPr>
            <a:lvl5pPr marL="2286000" indent="-228600" algn="l">
              <a:spcBef>
                <a:spcPts val="180"/>
              </a:spcBef>
              <a:spcAft>
                <a:spcPts val="0"/>
              </a:spcAft>
              <a:buNone/>
              <a:defRPr sz="900"/>
            </a:lvl5pPr>
            <a:lvl6pPr marL="2743200" indent="-228600" algn="l">
              <a:spcBef>
                <a:spcPts val="180"/>
              </a:spcBef>
              <a:spcAft>
                <a:spcPts val="0"/>
              </a:spcAft>
              <a:buNone/>
              <a:defRPr sz="900"/>
            </a:lvl6pPr>
            <a:lvl7pPr marL="3200400" indent="-228600" algn="l">
              <a:spcBef>
                <a:spcPts val="180"/>
              </a:spcBef>
              <a:spcAft>
                <a:spcPts val="0"/>
              </a:spcAft>
              <a:buNone/>
              <a:defRPr sz="900"/>
            </a:lvl7pPr>
            <a:lvl8pPr marL="3657600" indent="-228600" algn="l">
              <a:spcBef>
                <a:spcPts val="180"/>
              </a:spcBef>
              <a:spcAft>
                <a:spcPts val="0"/>
              </a:spcAft>
              <a:buNone/>
              <a:defRPr sz="900"/>
            </a:lvl8pPr>
            <a:lvl9pPr marL="4114800" indent="-228600" algn="l">
              <a:spcBef>
                <a:spcPts val="180"/>
              </a:spcBef>
              <a:spcAft>
                <a:spcPts val="0"/>
              </a:spcAft>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42C69C95-2836-4955-9A0A-53C61F6A537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CF474469-AC8E-4DA6-97D1-9C43A4D5F68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1BF2ABD0-1EE0-4936-B829-99A5F815BB8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9.xml><?xml version="1.0" encoding="utf-8"?>
<p:sldLayout xmlns:p="http://schemas.openxmlformats.org/presentationml/2006/main"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72F8ED1B-AC47-4E34-98CB-52C4B7BEFA5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A8B910DB-D770-496A-A00F-E02F1063C45C}"/>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har char="•"/>
              <a:defRPr sz="2800"/>
            </a:lvl1pPr>
            <a:lvl2pPr marL="914400" indent="-381000" algn="l">
              <a:spcBef>
                <a:spcPts val="480"/>
              </a:spcBef>
              <a:spcAft>
                <a:spcPts val="0"/>
              </a:spcAft>
              <a:buChar char="–"/>
              <a:defRPr sz="2400"/>
            </a:lvl2pPr>
            <a:lvl3pPr marL="1371600" indent="-355600" algn="l">
              <a:spcBef>
                <a:spcPts val="400"/>
              </a:spcBef>
              <a:spcAft>
                <a:spcPts val="0"/>
              </a:spcAft>
              <a:buChar char="•"/>
              <a:defRPr sz="2000"/>
            </a:lvl3pPr>
            <a:lvl4pPr marL="1828800" indent="-342900" algn="l">
              <a:spcBef>
                <a:spcPts val="360"/>
              </a:spcBef>
              <a:spcAft>
                <a:spcPts val="0"/>
              </a:spcAft>
              <a:buChar char="–"/>
              <a:defRPr sz="1800"/>
            </a:lvl4pPr>
            <a:lvl5pPr marL="2286000" indent="-342900" algn="l">
              <a:spcBef>
                <a:spcPts val="360"/>
              </a:spcBef>
              <a:spcAft>
                <a:spcPts val="0"/>
              </a:spcAft>
              <a:buChar char="»"/>
              <a:defRPr sz="1800"/>
            </a:lvl5pPr>
            <a:lvl6pPr marL="2743200" indent="-342900" algn="l">
              <a:spcBef>
                <a:spcPts val="360"/>
              </a:spcBef>
              <a:spcAft>
                <a:spcPts val="0"/>
              </a:spcAft>
              <a:buChar char="•"/>
              <a:defRPr sz="1800"/>
            </a:lvl6pPr>
            <a:lvl7pPr marL="3200400" indent="-342900" algn="l">
              <a:spcBef>
                <a:spcPts val="360"/>
              </a:spcBef>
              <a:spcAft>
                <a:spcPts val="0"/>
              </a:spcAft>
              <a:buChar char="•"/>
              <a:defRPr sz="1800"/>
            </a:lvl7pPr>
            <a:lvl8pPr marL="3657600" indent="-342900" algn="l">
              <a:spcBef>
                <a:spcPts val="360"/>
              </a:spcBef>
              <a:spcAft>
                <a:spcPts val="0"/>
              </a:spcAft>
              <a:buChar char="•"/>
              <a:defRPr sz="1800"/>
            </a:lvl8pPr>
            <a:lvl9pPr marL="4114800" indent="-342900" algn="l">
              <a:spcBef>
                <a:spcPts val="360"/>
              </a:spcBef>
              <a:spcAft>
                <a:spcPts val="0"/>
              </a:spcAft>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2CAC515D-C1FA-4C45-92E2-7E2EDCD6C7B5}"/>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har char="•"/>
              <a:defRPr sz="2800"/>
            </a:lvl1pPr>
            <a:lvl2pPr marL="914400" indent="-381000" algn="l">
              <a:spcBef>
                <a:spcPts val="480"/>
              </a:spcBef>
              <a:spcAft>
                <a:spcPts val="0"/>
              </a:spcAft>
              <a:buChar char="–"/>
              <a:defRPr sz="2400"/>
            </a:lvl2pPr>
            <a:lvl3pPr marL="1371600" indent="-355600" algn="l">
              <a:spcBef>
                <a:spcPts val="400"/>
              </a:spcBef>
              <a:spcAft>
                <a:spcPts val="0"/>
              </a:spcAft>
              <a:buChar char="•"/>
              <a:defRPr sz="2000"/>
            </a:lvl3pPr>
            <a:lvl4pPr marL="1828800" indent="-342900" algn="l">
              <a:spcBef>
                <a:spcPts val="360"/>
              </a:spcBef>
              <a:spcAft>
                <a:spcPts val="0"/>
              </a:spcAft>
              <a:buChar char="–"/>
              <a:defRPr sz="1800"/>
            </a:lvl4pPr>
            <a:lvl5pPr marL="2286000" indent="-342900" algn="l">
              <a:spcBef>
                <a:spcPts val="360"/>
              </a:spcBef>
              <a:spcAft>
                <a:spcPts val="0"/>
              </a:spcAft>
              <a:buChar char="»"/>
              <a:defRPr sz="1800"/>
            </a:lvl5pPr>
            <a:lvl6pPr marL="2743200" indent="-342900" algn="l">
              <a:spcBef>
                <a:spcPts val="360"/>
              </a:spcBef>
              <a:spcAft>
                <a:spcPts val="0"/>
              </a:spcAft>
              <a:buChar char="•"/>
              <a:defRPr sz="1800"/>
            </a:lvl6pPr>
            <a:lvl7pPr marL="3200400" indent="-342900" algn="l">
              <a:spcBef>
                <a:spcPts val="360"/>
              </a:spcBef>
              <a:spcAft>
                <a:spcPts val="0"/>
              </a:spcAft>
              <a:buChar char="•"/>
              <a:defRPr sz="1800"/>
            </a:lvl7pPr>
            <a:lvl8pPr marL="3657600" indent="-342900" algn="l">
              <a:spcBef>
                <a:spcPts val="360"/>
              </a:spcBef>
              <a:spcAft>
                <a:spcPts val="0"/>
              </a:spcAft>
              <a:buChar char="•"/>
              <a:defRPr sz="1800"/>
            </a:lvl8pPr>
            <a:lvl9pPr marL="4114800" indent="-342900" algn="l">
              <a:spcBef>
                <a:spcPts val="360"/>
              </a:spcBef>
              <a:spcAft>
                <a:spcPts val="0"/>
              </a:spcAft>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699FCFAF-7ACC-4A1B-8344-C725F3AF81B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18AD2199-4506-40CC-9546-FFFCF7B5F84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69A1E243-38BB-4D13-886E-CC7C69A70B3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10.xml><?xml version="1.0" encoding="utf-8"?>
<p:sldLayout xmlns:p="http://schemas.openxmlformats.org/presentationml/2006/mai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D99FEB65-9380-4E3A-A7E1-7EFA848D2F2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EDCFB889-A313-49DE-80FB-BF5EE24BF335}"/>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None/>
              <a:defRPr sz="2400" b="1"/>
            </a:lvl1pPr>
            <a:lvl2pPr marL="914400" indent="-228600" algn="l">
              <a:spcBef>
                <a:spcPts val="400"/>
              </a:spcBef>
              <a:spcAft>
                <a:spcPts val="0"/>
              </a:spcAft>
              <a:buNone/>
              <a:defRPr sz="2000" b="1"/>
            </a:lvl2pPr>
            <a:lvl3pPr marL="1371600" indent="-228600" algn="l">
              <a:spcBef>
                <a:spcPts val="360"/>
              </a:spcBef>
              <a:spcAft>
                <a:spcPts val="0"/>
              </a:spcAft>
              <a:buNone/>
              <a:defRPr sz="1800" b="1"/>
            </a:lvl3pPr>
            <a:lvl4pPr marL="1828800" indent="-228600" algn="l">
              <a:spcBef>
                <a:spcPts val="320"/>
              </a:spcBef>
              <a:spcAft>
                <a:spcPts val="0"/>
              </a:spcAft>
              <a:buNone/>
              <a:defRPr sz="1600" b="1"/>
            </a:lvl4pPr>
            <a:lvl5pPr marL="2286000" indent="-228600" algn="l">
              <a:spcBef>
                <a:spcPts val="320"/>
              </a:spcBef>
              <a:spcAft>
                <a:spcPts val="0"/>
              </a:spcAft>
              <a:buNone/>
              <a:defRPr sz="1600" b="1"/>
            </a:lvl5pPr>
            <a:lvl6pPr marL="2743200" indent="-228600" algn="l">
              <a:spcBef>
                <a:spcPts val="320"/>
              </a:spcBef>
              <a:spcAft>
                <a:spcPts val="0"/>
              </a:spcAft>
              <a:buNone/>
              <a:defRPr sz="1600" b="1"/>
            </a:lvl6pPr>
            <a:lvl7pPr marL="3200400" indent="-228600" algn="l">
              <a:spcBef>
                <a:spcPts val="320"/>
              </a:spcBef>
              <a:spcAft>
                <a:spcPts val="0"/>
              </a:spcAft>
              <a:buNone/>
              <a:defRPr sz="1600" b="1"/>
            </a:lvl7pPr>
            <a:lvl8pPr marL="3657600" indent="-228600" algn="l">
              <a:spcBef>
                <a:spcPts val="320"/>
              </a:spcBef>
              <a:spcAft>
                <a:spcPts val="0"/>
              </a:spcAft>
              <a:buNone/>
              <a:defRPr sz="1600" b="1"/>
            </a:lvl8pPr>
            <a:lvl9pPr marL="4114800" indent="-228600" algn="l">
              <a:spcBef>
                <a:spcPts val="320"/>
              </a:spcBef>
              <a:spcAft>
                <a:spcPts val="0"/>
              </a:spcAft>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4E0BFC49-501C-4C31-8C24-00ABB5F70EB1}"/>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har char="•"/>
              <a:defRPr sz="2400"/>
            </a:lvl1pPr>
            <a:lvl2pPr marL="914400" indent="-355600" algn="l">
              <a:spcBef>
                <a:spcPts val="400"/>
              </a:spcBef>
              <a:spcAft>
                <a:spcPts val="0"/>
              </a:spcAft>
              <a:buChar char="–"/>
              <a:defRPr sz="2000"/>
            </a:lvl2pPr>
            <a:lvl3pPr marL="1371600" indent="-342900" algn="l">
              <a:spcBef>
                <a:spcPts val="360"/>
              </a:spcBef>
              <a:spcAft>
                <a:spcPts val="0"/>
              </a:spcAft>
              <a:buChar char="•"/>
              <a:defRPr sz="1800"/>
            </a:lvl3pPr>
            <a:lvl4pPr marL="1828800" indent="-330200" algn="l">
              <a:spcBef>
                <a:spcPts val="320"/>
              </a:spcBef>
              <a:spcAft>
                <a:spcPts val="0"/>
              </a:spcAft>
              <a:buChar char="–"/>
              <a:defRPr sz="1600"/>
            </a:lvl4pPr>
            <a:lvl5pPr marL="2286000" indent="-330200" algn="l">
              <a:spcBef>
                <a:spcPts val="320"/>
              </a:spcBef>
              <a:spcAft>
                <a:spcPts val="0"/>
              </a:spcAft>
              <a:buChar char="»"/>
              <a:defRPr sz="1600"/>
            </a:lvl5pPr>
            <a:lvl6pPr marL="2743200" indent="-330200" algn="l">
              <a:spcBef>
                <a:spcPts val="320"/>
              </a:spcBef>
              <a:spcAft>
                <a:spcPts val="0"/>
              </a:spcAft>
              <a:buChar char="•"/>
              <a:defRPr sz="1600"/>
            </a:lvl6pPr>
            <a:lvl7pPr marL="3200400" indent="-330200" algn="l">
              <a:spcBef>
                <a:spcPts val="320"/>
              </a:spcBef>
              <a:spcAft>
                <a:spcPts val="0"/>
              </a:spcAft>
              <a:buChar char="•"/>
              <a:defRPr sz="1600"/>
            </a:lvl7pPr>
            <a:lvl8pPr marL="3657600" indent="-330200" algn="l">
              <a:spcBef>
                <a:spcPts val="320"/>
              </a:spcBef>
              <a:spcAft>
                <a:spcPts val="0"/>
              </a:spcAft>
              <a:buChar char="•"/>
              <a:defRPr sz="1600"/>
            </a:lvl8pPr>
            <a:lvl9pPr marL="4114800" indent="-330200" algn="l">
              <a:spcBef>
                <a:spcPts val="320"/>
              </a:spcBef>
              <a:spcAft>
                <a:spcPts val="0"/>
              </a:spcAft>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E0E2BF33-7E84-4E96-A751-FE65D3E55A82}"/>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None/>
              <a:defRPr sz="2400" b="1"/>
            </a:lvl1pPr>
            <a:lvl2pPr marL="914400" indent="-228600" algn="l">
              <a:spcBef>
                <a:spcPts val="400"/>
              </a:spcBef>
              <a:spcAft>
                <a:spcPts val="0"/>
              </a:spcAft>
              <a:buNone/>
              <a:defRPr sz="2000" b="1"/>
            </a:lvl2pPr>
            <a:lvl3pPr marL="1371600" indent="-228600" algn="l">
              <a:spcBef>
                <a:spcPts val="360"/>
              </a:spcBef>
              <a:spcAft>
                <a:spcPts val="0"/>
              </a:spcAft>
              <a:buNone/>
              <a:defRPr sz="1800" b="1"/>
            </a:lvl3pPr>
            <a:lvl4pPr marL="1828800" indent="-228600" algn="l">
              <a:spcBef>
                <a:spcPts val="320"/>
              </a:spcBef>
              <a:spcAft>
                <a:spcPts val="0"/>
              </a:spcAft>
              <a:buNone/>
              <a:defRPr sz="1600" b="1"/>
            </a:lvl4pPr>
            <a:lvl5pPr marL="2286000" indent="-228600" algn="l">
              <a:spcBef>
                <a:spcPts val="320"/>
              </a:spcBef>
              <a:spcAft>
                <a:spcPts val="0"/>
              </a:spcAft>
              <a:buNone/>
              <a:defRPr sz="1600" b="1"/>
            </a:lvl5pPr>
            <a:lvl6pPr marL="2743200" indent="-228600" algn="l">
              <a:spcBef>
                <a:spcPts val="320"/>
              </a:spcBef>
              <a:spcAft>
                <a:spcPts val="0"/>
              </a:spcAft>
              <a:buNone/>
              <a:defRPr sz="1600" b="1"/>
            </a:lvl6pPr>
            <a:lvl7pPr marL="3200400" indent="-228600" algn="l">
              <a:spcBef>
                <a:spcPts val="320"/>
              </a:spcBef>
              <a:spcAft>
                <a:spcPts val="0"/>
              </a:spcAft>
              <a:buNone/>
              <a:defRPr sz="1600" b="1"/>
            </a:lvl7pPr>
            <a:lvl8pPr marL="3657600" indent="-228600" algn="l">
              <a:spcBef>
                <a:spcPts val="320"/>
              </a:spcBef>
              <a:spcAft>
                <a:spcPts val="0"/>
              </a:spcAft>
              <a:buNone/>
              <a:defRPr sz="1600" b="1"/>
            </a:lvl8pPr>
            <a:lvl9pPr marL="4114800" indent="-228600" algn="l">
              <a:spcBef>
                <a:spcPts val="320"/>
              </a:spcBef>
              <a:spcAft>
                <a:spcPts val="0"/>
              </a:spcAft>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E45AF199-1A41-439A-A2F7-2C3FFC38CEE0}"/>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har char="•"/>
              <a:defRPr sz="2400"/>
            </a:lvl1pPr>
            <a:lvl2pPr marL="914400" indent="-355600" algn="l">
              <a:spcBef>
                <a:spcPts val="400"/>
              </a:spcBef>
              <a:spcAft>
                <a:spcPts val="0"/>
              </a:spcAft>
              <a:buChar char="–"/>
              <a:defRPr sz="2000"/>
            </a:lvl2pPr>
            <a:lvl3pPr marL="1371600" indent="-342900" algn="l">
              <a:spcBef>
                <a:spcPts val="360"/>
              </a:spcBef>
              <a:spcAft>
                <a:spcPts val="0"/>
              </a:spcAft>
              <a:buChar char="•"/>
              <a:defRPr sz="1800"/>
            </a:lvl3pPr>
            <a:lvl4pPr marL="1828800" indent="-330200" algn="l">
              <a:spcBef>
                <a:spcPts val="320"/>
              </a:spcBef>
              <a:spcAft>
                <a:spcPts val="0"/>
              </a:spcAft>
              <a:buChar char="–"/>
              <a:defRPr sz="1600"/>
            </a:lvl4pPr>
            <a:lvl5pPr marL="2286000" indent="-330200" algn="l">
              <a:spcBef>
                <a:spcPts val="320"/>
              </a:spcBef>
              <a:spcAft>
                <a:spcPts val="0"/>
              </a:spcAft>
              <a:buChar char="»"/>
              <a:defRPr sz="1600"/>
            </a:lvl5pPr>
            <a:lvl6pPr marL="2743200" indent="-330200" algn="l">
              <a:spcBef>
                <a:spcPts val="320"/>
              </a:spcBef>
              <a:spcAft>
                <a:spcPts val="0"/>
              </a:spcAft>
              <a:buChar char="•"/>
              <a:defRPr sz="1600"/>
            </a:lvl6pPr>
            <a:lvl7pPr marL="3200400" indent="-330200" algn="l">
              <a:spcBef>
                <a:spcPts val="320"/>
              </a:spcBef>
              <a:spcAft>
                <a:spcPts val="0"/>
              </a:spcAft>
              <a:buChar char="•"/>
              <a:defRPr sz="1600"/>
            </a:lvl7pPr>
            <a:lvl8pPr marL="3657600" indent="-330200" algn="l">
              <a:spcBef>
                <a:spcPts val="320"/>
              </a:spcBef>
              <a:spcAft>
                <a:spcPts val="0"/>
              </a:spcAft>
              <a:buChar char="•"/>
              <a:defRPr sz="1600"/>
            </a:lvl8pPr>
            <a:lvl9pPr marL="4114800" indent="-330200" algn="l">
              <a:spcBef>
                <a:spcPts val="320"/>
              </a:spcBef>
              <a:spcAft>
                <a:spcPts val="0"/>
              </a:spcAft>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01DF6099-6B47-463B-8C09-FD9D1EB85D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2EB6D6C-D405-4AF6-A4F5-65576FCFDB9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45487C28-8B04-4022-AEAB-AA9D3866A04F}"/>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11.xml><?xml version="1.0" encoding="utf-8"?>
<p:sldLayout xmlns:p="http://schemas.openxmlformats.org/presentationml/2006/main"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4585E33E-A78A-49BF-A3E6-10A79369B55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5CEF38B3-593D-4DC6-995E-10D5D9BE6044}"/>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DFEBA900-D07A-47E2-A735-6A0000571FB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0AB491CE-001C-43BB-8EC8-266BE1A11AB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12.xml><?xml version="1.0" encoding="utf-8"?>
<p:sldLayout xmlns:p="http://schemas.openxmlformats.org/presentationml/2006/mai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83503DD5-5D6D-4685-8858-07AA1B4C27CE}"/>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None/>
              <a:defRPr sz="2000" b="1"/>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5BEA39F6-D0BD-4B51-A086-3EE130E93831}"/>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har char="•"/>
              <a:defRPr sz="3200"/>
            </a:lvl1pPr>
            <a:lvl2pPr marL="914400" indent="-406400" algn="l">
              <a:spcBef>
                <a:spcPts val="560"/>
              </a:spcBef>
              <a:spcAft>
                <a:spcPts val="0"/>
              </a:spcAft>
              <a:buChar char="–"/>
              <a:defRPr sz="2800"/>
            </a:lvl2pPr>
            <a:lvl3pPr marL="1371600" indent="-381000" algn="l">
              <a:spcBef>
                <a:spcPts val="480"/>
              </a:spcBef>
              <a:spcAft>
                <a:spcPts val="0"/>
              </a:spcAft>
              <a:buChar char="•"/>
              <a:defRPr sz="2400"/>
            </a:lvl3pPr>
            <a:lvl4pPr marL="1828800" indent="-355600" algn="l">
              <a:spcBef>
                <a:spcPts val="400"/>
              </a:spcBef>
              <a:spcAft>
                <a:spcPts val="0"/>
              </a:spcAft>
              <a:buChar char="–"/>
              <a:defRPr sz="2000"/>
            </a:lvl4pPr>
            <a:lvl5pPr marL="2286000" indent="-355600" algn="l">
              <a:spcBef>
                <a:spcPts val="400"/>
              </a:spcBef>
              <a:spcAft>
                <a:spcPts val="0"/>
              </a:spcAft>
              <a:buChar char="»"/>
              <a:defRPr sz="2000"/>
            </a:lvl5pPr>
            <a:lvl6pPr marL="2743200" indent="-355600" algn="l">
              <a:spcBef>
                <a:spcPts val="400"/>
              </a:spcBef>
              <a:spcAft>
                <a:spcPts val="0"/>
              </a:spcAft>
              <a:buChar char="•"/>
              <a:defRPr sz="2000"/>
            </a:lvl6pPr>
            <a:lvl7pPr marL="3200400" indent="-355600" algn="l">
              <a:spcBef>
                <a:spcPts val="400"/>
              </a:spcBef>
              <a:spcAft>
                <a:spcPts val="0"/>
              </a:spcAft>
              <a:buChar char="•"/>
              <a:defRPr sz="2000"/>
            </a:lvl7pPr>
            <a:lvl8pPr marL="3657600" indent="-355600" algn="l">
              <a:spcBef>
                <a:spcPts val="400"/>
              </a:spcBef>
              <a:spcAft>
                <a:spcPts val="0"/>
              </a:spcAft>
              <a:buChar char="•"/>
              <a:defRPr sz="2000"/>
            </a:lvl8pPr>
            <a:lvl9pPr marL="4114800" indent="-355600" algn="l">
              <a:spcBef>
                <a:spcPts val="400"/>
              </a:spcBef>
              <a:spcAft>
                <a:spcPts val="0"/>
              </a:spcAft>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629F79F5-42EA-45B7-A678-2D2E71AE8343}"/>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None/>
              <a:defRPr sz="1400"/>
            </a:lvl1pPr>
            <a:lvl2pPr marL="914400" indent="-228600" algn="l">
              <a:spcBef>
                <a:spcPts val="240"/>
              </a:spcBef>
              <a:spcAft>
                <a:spcPts val="0"/>
              </a:spcAft>
              <a:buNone/>
              <a:defRPr sz="1200"/>
            </a:lvl2pPr>
            <a:lvl3pPr marL="1371600" indent="-228600" algn="l">
              <a:spcBef>
                <a:spcPts val="200"/>
              </a:spcBef>
              <a:spcAft>
                <a:spcPts val="0"/>
              </a:spcAft>
              <a:buNone/>
              <a:defRPr sz="1000"/>
            </a:lvl3pPr>
            <a:lvl4pPr marL="1828800" indent="-228600" algn="l">
              <a:spcBef>
                <a:spcPts val="180"/>
              </a:spcBef>
              <a:spcAft>
                <a:spcPts val="0"/>
              </a:spcAft>
              <a:buNone/>
              <a:defRPr sz="900"/>
            </a:lvl4pPr>
            <a:lvl5pPr marL="2286000" indent="-228600" algn="l">
              <a:spcBef>
                <a:spcPts val="180"/>
              </a:spcBef>
              <a:spcAft>
                <a:spcPts val="0"/>
              </a:spcAft>
              <a:buNone/>
              <a:defRPr sz="900"/>
            </a:lvl5pPr>
            <a:lvl6pPr marL="2743200" indent="-228600" algn="l">
              <a:spcBef>
                <a:spcPts val="180"/>
              </a:spcBef>
              <a:spcAft>
                <a:spcPts val="0"/>
              </a:spcAft>
              <a:buNone/>
              <a:defRPr sz="900"/>
            </a:lvl6pPr>
            <a:lvl7pPr marL="3200400" indent="-228600" algn="l">
              <a:spcBef>
                <a:spcPts val="180"/>
              </a:spcBef>
              <a:spcAft>
                <a:spcPts val="0"/>
              </a:spcAft>
              <a:buNone/>
              <a:defRPr sz="900"/>
            </a:lvl7pPr>
            <a:lvl8pPr marL="3657600" indent="-228600" algn="l">
              <a:spcBef>
                <a:spcPts val="180"/>
              </a:spcBef>
              <a:spcAft>
                <a:spcPts val="0"/>
              </a:spcAft>
              <a:buNone/>
              <a:defRPr sz="900"/>
            </a:lvl8pPr>
            <a:lvl9pPr marL="4114800" indent="-228600" algn="l">
              <a:spcBef>
                <a:spcPts val="180"/>
              </a:spcBef>
              <a:spcAft>
                <a:spcPts val="0"/>
              </a:spcAft>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4367CA6E-975A-4029-A465-97CCD97790A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C8EF009F-59B6-4F9E-B736-409CE7F9225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32677A01-DE75-4893-8FF9-D2E41377E3C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p:txBody>
      </p:sp>
    </p:spTree>
  </p:cSld>
</p:sldLayout>
</file>

<file path=ppt/slideLayouts/slideLayout13.xml><?xml version="1.0" encoding="utf-8"?>
<p:sldLayout xmlns:p="http://schemas.openxmlformats.org/presentationml/2006/main">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14.xml><?xml version="1.0" encoding="utf-8"?>
<p:sldLayout xmlns:p="http://schemas.openxmlformats.org/presentationml/2006/main">
  <p:cSld name="TITLE_1">
    <p:spTree>
      <p:nvGrpSpPr>
        <p:cNvPr id="1" name=""/>
        <p:cNvGrpSpPr/>
        <p:nvPr/>
      </p:nvGrpSpPr>
      <p:grpSpPr>
        <a:xfrm xmlns:a="http://schemas.openxmlformats.org/drawingml/2006/main"/>
      </p:grpSpPr>
      <p:sp>
        <p:nvSpPr>
          <p:cNvPr id="87" name="Google Shape;87;p16">
            <a:extLst xmlns:a="http://schemas.openxmlformats.org/drawingml/2006/main">
              <a:ext uri="{FF2B5EF4-FFF2-40B4-BE49-F238E27FC236}">
                <a16:creationId xmlns:a16="http://schemas.microsoft.com/office/drawing/2014/main" id="{A1D49981-D7C7-457F-946D-B966C2113865}"/>
              </a:ext>
            </a:extLst>
          </p:cNvPr>
          <p:cNvSpPr>
            <a:spLocks xmlns:a="http://schemas.openxmlformats.org/drawingml/2006/main" noGrp="1"/>
          </p:cNvSpPr>
          <p:nvPr>
            <p:ph type="ctrTitle" idx="0"/>
          </p:nvPr>
        </p:nvSpPr>
        <p:spPr>
          <a:xfrm xmlns:a="http://schemas.openxmlformats.org/drawingml/2006/main">
            <a:off x="415611" y="992767"/>
            <a:ext cx="113607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21900" tIns="121900" rIns="121900" bIns="121900" anchor="b">
            <a:noAutofit/>
          </a:bodyPr>
          <a:lstStyle xmlns:a="http://schemas.openxmlformats.org/drawingml/2006/main">
            <a:lvl1pPr algn="ctr">
              <a:spcBef>
                <a:spcPts val="0"/>
              </a:spcBef>
              <a:spcAft>
                <a:spcPts val="0"/>
              </a:spcAft>
              <a:buChar char="●"/>
              <a:defRPr sz="6900">
                <a:latin typeface="Comfortaa"/>
                <a:ea typeface="Comfortaa"/>
                <a:cs typeface="Comfortaa"/>
              </a:defRPr>
            </a:lvl1pPr>
            <a:lvl2pPr algn="ctr">
              <a:spcBef>
                <a:spcPts val="0"/>
              </a:spcBef>
              <a:spcAft>
                <a:spcPts val="0"/>
              </a:spcAft>
              <a:buChar char="○"/>
              <a:defRPr sz="6900"/>
            </a:lvl2pPr>
            <a:lvl3pPr algn="ctr">
              <a:spcBef>
                <a:spcPts val="0"/>
              </a:spcBef>
              <a:spcAft>
                <a:spcPts val="0"/>
              </a:spcAft>
              <a:buChar char="■"/>
              <a:defRPr sz="6900"/>
            </a:lvl3pPr>
            <a:lvl4pPr algn="ctr">
              <a:spcBef>
                <a:spcPts val="0"/>
              </a:spcBef>
              <a:spcAft>
                <a:spcPts val="0"/>
              </a:spcAft>
              <a:buChar char="●"/>
              <a:defRPr sz="6900"/>
            </a:lvl4pPr>
            <a:lvl5pPr algn="ctr">
              <a:spcBef>
                <a:spcPts val="0"/>
              </a:spcBef>
              <a:spcAft>
                <a:spcPts val="0"/>
              </a:spcAft>
              <a:buChar char="○"/>
              <a:defRPr sz="6900"/>
            </a:lvl5pPr>
            <a:lvl6pPr algn="ctr">
              <a:spcBef>
                <a:spcPts val="0"/>
              </a:spcBef>
              <a:spcAft>
                <a:spcPts val="0"/>
              </a:spcAft>
              <a:buChar char="■"/>
              <a:defRPr sz="6900"/>
            </a:lvl6pPr>
            <a:lvl7pPr algn="ctr">
              <a:spcBef>
                <a:spcPts val="0"/>
              </a:spcBef>
              <a:spcAft>
                <a:spcPts val="0"/>
              </a:spcAft>
              <a:buChar char="●"/>
              <a:defRPr sz="6900"/>
            </a:lvl7pPr>
            <a:lvl8pPr algn="ctr">
              <a:spcBef>
                <a:spcPts val="0"/>
              </a:spcBef>
              <a:spcAft>
                <a:spcPts val="0"/>
              </a:spcAft>
              <a:buChar char="○"/>
              <a:defRPr sz="6900"/>
            </a:lvl8pPr>
            <a:lvl9pPr algn="ctr">
              <a:spcBef>
                <a:spcPts val="0"/>
              </a:spcBef>
              <a:spcAft>
                <a:spcPts val="0"/>
              </a:spcAft>
              <a:buChar char="■"/>
              <a:defRPr sz="6900"/>
            </a:lvl9pPr>
          </a:lstStyle>
          <a:p xmlns:a="http://schemas.openxmlformats.org/drawingml/2006/main"/>
        </p:txBody>
      </p:sp>
      <p:sp>
        <p:nvSpPr>
          <p:cNvPr id="88" name="Google Shape;88;p16">
            <a:extLst xmlns:a="http://schemas.openxmlformats.org/drawingml/2006/main">
              <a:ext uri="{FF2B5EF4-FFF2-40B4-BE49-F238E27FC236}">
                <a16:creationId xmlns:a16="http://schemas.microsoft.com/office/drawing/2014/main" id="{C62F9C8F-B406-4F02-9CCB-4BC6F69C8C13}"/>
              </a:ext>
            </a:extLst>
          </p:cNvPr>
          <p:cNvSpPr>
            <a:spLocks xmlns:a="http://schemas.openxmlformats.org/drawingml/2006/main" noGrp="1"/>
          </p:cNvSpPr>
          <p:nvPr>
            <p:ph type="subTitle" idx="1"/>
          </p:nvPr>
        </p:nvSpPr>
        <p:spPr>
          <a:xfrm xmlns:a="http://schemas.openxmlformats.org/drawingml/2006/main">
            <a:off x="415600" y="3778833"/>
            <a:ext cx="113607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21900" tIns="121900" rIns="121900" bIns="121900" anchor="ctr">
            <a:noAutofit/>
          </a:bodyPr>
          <a:lstStyle xmlns:a="http://schemas.openxmlformats.org/drawingml/2006/main">
            <a:lvl1pPr algn="ctr">
              <a:lnSpc>
                <a:spcPct val="100000"/>
              </a:lnSpc>
              <a:spcBef>
                <a:spcPts val="0"/>
              </a:spcBef>
              <a:spcAft>
                <a:spcPts val="0"/>
              </a:spcAft>
              <a:buNone/>
              <a:defRPr sz="3700">
                <a:latin typeface="Comfortaa"/>
                <a:ea typeface="Comfortaa"/>
                <a:cs typeface="Comfortaa"/>
              </a:defRPr>
            </a:lvl1pPr>
            <a:lvl2pPr algn="ctr">
              <a:lnSpc>
                <a:spcPct val="100000"/>
              </a:lnSpc>
              <a:spcBef>
                <a:spcPts val="0"/>
              </a:spcBef>
              <a:spcAft>
                <a:spcPts val="0"/>
              </a:spcAft>
              <a:buNone/>
              <a:defRPr sz="3700"/>
            </a:lvl2pPr>
            <a:lvl3pPr algn="ctr">
              <a:lnSpc>
                <a:spcPct val="100000"/>
              </a:lnSpc>
              <a:spcBef>
                <a:spcPts val="0"/>
              </a:spcBef>
              <a:spcAft>
                <a:spcPts val="0"/>
              </a:spcAft>
              <a:buNone/>
              <a:defRPr sz="3700"/>
            </a:lvl3pPr>
            <a:lvl4pPr algn="ctr">
              <a:lnSpc>
                <a:spcPct val="100000"/>
              </a:lnSpc>
              <a:spcBef>
                <a:spcPts val="0"/>
              </a:spcBef>
              <a:spcAft>
                <a:spcPts val="0"/>
              </a:spcAft>
              <a:buNone/>
              <a:defRPr sz="3700"/>
            </a:lvl4pPr>
            <a:lvl5pPr algn="ctr">
              <a:lnSpc>
                <a:spcPct val="100000"/>
              </a:lnSpc>
              <a:spcBef>
                <a:spcPts val="0"/>
              </a:spcBef>
              <a:spcAft>
                <a:spcPts val="0"/>
              </a:spcAft>
              <a:buNone/>
              <a:defRPr sz="3700"/>
            </a:lvl5pPr>
            <a:lvl6pPr algn="ctr">
              <a:lnSpc>
                <a:spcPct val="100000"/>
              </a:lnSpc>
              <a:spcBef>
                <a:spcPts val="0"/>
              </a:spcBef>
              <a:spcAft>
                <a:spcPts val="0"/>
              </a:spcAft>
              <a:buNone/>
              <a:defRPr sz="3700"/>
            </a:lvl6pPr>
            <a:lvl7pPr algn="ctr">
              <a:lnSpc>
                <a:spcPct val="100000"/>
              </a:lnSpc>
              <a:spcBef>
                <a:spcPts val="0"/>
              </a:spcBef>
              <a:spcAft>
                <a:spcPts val="0"/>
              </a:spcAft>
              <a:buNone/>
              <a:defRPr sz="3700"/>
            </a:lvl7pPr>
            <a:lvl8pPr algn="ctr">
              <a:lnSpc>
                <a:spcPct val="100000"/>
              </a:lnSpc>
              <a:spcBef>
                <a:spcPts val="0"/>
              </a:spcBef>
              <a:spcAft>
                <a:spcPts val="0"/>
              </a:spcAft>
              <a:buNone/>
              <a:defRPr sz="3700"/>
            </a:lvl8pPr>
            <a:lvl9pPr algn="ctr">
              <a:lnSpc>
                <a:spcPct val="100000"/>
              </a:lnSpc>
              <a:spcBef>
                <a:spcPts val="0"/>
              </a:spcBef>
              <a:spcAft>
                <a:spcPts val="0"/>
              </a:spcAft>
              <a:buNone/>
              <a:defRPr sz="3700"/>
            </a:lvl9pPr>
          </a:lstStyle>
          <a:p xmlns:a="http://schemas.openxmlformats.org/drawingml/2006/main"/>
        </p:txBody>
      </p:sp>
      <p:sp>
        <p:nvSpPr>
          <p:cNvPr id="89" name="Google Shape;89;p16">
            <a:extLst xmlns:a="http://schemas.openxmlformats.org/drawingml/2006/main">
              <a:ext uri="{FF2B5EF4-FFF2-40B4-BE49-F238E27FC236}">
                <a16:creationId xmlns:a16="http://schemas.microsoft.com/office/drawing/2014/main" id="{9641A5B4-C259-466D-B69E-9E0EBF34614C}"/>
              </a:ext>
            </a:extLst>
          </p:cNvPr>
          <p:cNvSpPr>
            <a:spLocks xmlns:a="http://schemas.openxmlformats.org/drawingml/2006/main" noGrp="1"/>
          </p:cNvSpPr>
          <p:nvPr>
            <p:ph type="sldNum" idx="12"/>
          </p:nvPr>
        </p:nvSpPr>
        <p:spPr>
          <a:xfrm xmlns:a="http://schemas.openxmlformats.org/drawingml/2006/main">
            <a:off x="192842" y="6319233"/>
            <a:ext cx="11835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21900" tIns="121900" rIns="121900" bIns="121900" anchor="ctr">
            <a:spAutoFit/>
          </a:bodyPr>
          <a:lstStyle xmlns:a="http://schemas.openxmlformats.org/drawingml/2006/main">
            <a:lvl1pPr>
              <a:buNone/>
              <a:defRPr sz="1300">
                <a:solidFill>
                  <a:schemeClr val="dk2"/>
                </a:solidFill>
                <a:latin typeface="Comfortaa"/>
                <a:ea typeface="Comfortaa"/>
                <a:cs typeface="Comfortaa"/>
              </a:defRPr>
            </a:lvl1pPr>
            <a:lvl2pPr>
              <a:buNone/>
              <a:defRPr sz="1300">
                <a:solidFill>
                  <a:schemeClr val="dk2"/>
                </a:solidFill>
                <a:latin typeface="Comfortaa"/>
                <a:ea typeface="Comfortaa"/>
                <a:cs typeface="Comfortaa"/>
              </a:defRPr>
            </a:lvl2pPr>
            <a:lvl3pPr>
              <a:buNone/>
              <a:defRPr sz="1300">
                <a:solidFill>
                  <a:schemeClr val="dk2"/>
                </a:solidFill>
                <a:latin typeface="Comfortaa"/>
                <a:ea typeface="Comfortaa"/>
                <a:cs typeface="Comfortaa"/>
              </a:defRPr>
            </a:lvl3pPr>
            <a:lvl4pPr>
              <a:buNone/>
              <a:defRPr sz="1300">
                <a:solidFill>
                  <a:schemeClr val="dk2"/>
                </a:solidFill>
                <a:latin typeface="Comfortaa"/>
                <a:ea typeface="Comfortaa"/>
                <a:cs typeface="Comfortaa"/>
              </a:defRPr>
            </a:lvl4pPr>
            <a:lvl5pPr>
              <a:buNone/>
              <a:defRPr sz="1300">
                <a:solidFill>
                  <a:schemeClr val="dk2"/>
                </a:solidFill>
                <a:latin typeface="Comfortaa"/>
                <a:ea typeface="Comfortaa"/>
                <a:cs typeface="Comfortaa"/>
              </a:defRPr>
            </a:lvl5pPr>
            <a:lvl6pPr>
              <a:buNone/>
              <a:defRPr sz="1300">
                <a:solidFill>
                  <a:schemeClr val="dk2"/>
                </a:solidFill>
                <a:latin typeface="Comfortaa"/>
                <a:ea typeface="Comfortaa"/>
                <a:cs typeface="Comfortaa"/>
              </a:defRPr>
            </a:lvl6pPr>
            <a:lvl7pPr>
              <a:buNone/>
              <a:defRPr sz="1300">
                <a:solidFill>
                  <a:schemeClr val="dk2"/>
                </a:solidFill>
                <a:latin typeface="Comfortaa"/>
                <a:ea typeface="Comfortaa"/>
                <a:cs typeface="Comfortaa"/>
              </a:defRPr>
            </a:lvl7pPr>
            <a:lvl8pPr>
              <a:buNone/>
              <a:defRPr sz="1300">
                <a:solidFill>
                  <a:schemeClr val="dk2"/>
                </a:solidFill>
                <a:latin typeface="Comfortaa"/>
                <a:ea typeface="Comfortaa"/>
                <a:cs typeface="Comfortaa"/>
              </a:defRPr>
            </a:lvl8pPr>
            <a:lvl9pPr>
              <a:buNone/>
              <a:defRPr sz="1300">
                <a:solidFill>
                  <a:schemeClr val="dk2"/>
                </a:solidFill>
                <a:latin typeface="Comfortaa"/>
                <a:ea typeface="Comfortaa"/>
                <a:cs typeface="Comfortaa"/>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6e7a81382a4a36" /><Relationship Type="http://schemas.openxmlformats.org/officeDocument/2006/relationships/slideLayout" Target="/ppt/slideLayouts/slideLayout1.xml" Id="Rf5efaacdd3c44b9c" /><Relationship Type="http://schemas.openxmlformats.org/officeDocument/2006/relationships/slideLayout" Target="/ppt/slideLayouts/slideLayout2.xml" Id="R87a16c52740b46b4" /><Relationship Type="http://schemas.openxmlformats.org/officeDocument/2006/relationships/slideLayout" Target="/ppt/slideLayouts/slideLayout3.xml" Id="R2508b271c2e14567" /><Relationship Type="http://schemas.openxmlformats.org/officeDocument/2006/relationships/slideLayout" Target="/ppt/slideLayouts/slideLayout4.xml" Id="R8913ef9dd5e448d1" /><Relationship Type="http://schemas.openxmlformats.org/officeDocument/2006/relationships/slideLayout" Target="/ppt/slideLayouts/slideLayout5.xml" Id="Ra4de90d4243e4102" /><Relationship Type="http://schemas.openxmlformats.org/officeDocument/2006/relationships/slideLayout" Target="/ppt/slideLayouts/slideLayout6.xml" Id="Rf74772c2e744426d" /><Relationship Type="http://schemas.openxmlformats.org/officeDocument/2006/relationships/slideLayout" Target="/ppt/slideLayouts/slideLayout7.xml" Id="R33196a16254246dd" /><Relationship Type="http://schemas.openxmlformats.org/officeDocument/2006/relationships/slideLayout" Target="/ppt/slideLayouts/slideLayout8.xml" Id="R53fe5652dad34ab4" /><Relationship Type="http://schemas.openxmlformats.org/officeDocument/2006/relationships/slideLayout" Target="/ppt/slideLayouts/slideLayout9.xml" Id="R8945c8bdaa4847e7" /><Relationship Type="http://schemas.openxmlformats.org/officeDocument/2006/relationships/slideLayout" Target="/ppt/slideLayouts/slideLayout10.xml" Id="R29ce1f64578c402a" /><Relationship Type="http://schemas.openxmlformats.org/officeDocument/2006/relationships/slideLayout" Target="/ppt/slideLayouts/slideLayout11.xml" Id="R880ab47ab0f64045" /><Relationship Type="http://schemas.openxmlformats.org/officeDocument/2006/relationships/slideLayout" Target="/ppt/slideLayouts/slideLayout12.xml" Id="R6fbf458883544e14" /><Relationship Type="http://schemas.openxmlformats.org/officeDocument/2006/relationships/slideLayout" Target="/ppt/slideLayouts/slideLayout13.xml" Id="R5c9915a0282a45a9" /><Relationship Type="http://schemas.openxmlformats.org/officeDocument/2006/relationships/slideLayout" Target="/ppt/slideLayouts/slideLayout14.xml" Id="Rd1775b9c009a46c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0C280598-10B9-431D-99D0-B7EBA1A2ED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None/>
              <a:defRPr sz="4400" b="0" i="0" u="none" cap="none">
                <a:solidFill>
                  <a:schemeClr val="dk1"/>
                </a:solidFill>
                <a:latin typeface="Calibri"/>
                <a:ea typeface="Calibri"/>
                <a:cs typeface="Calibri"/>
              </a:defRPr>
            </a:lvl1pPr>
            <a:lvl2pPr>
              <a:spcBef>
                <a:spcPts val="0"/>
              </a:spcBef>
              <a:spcAft>
                <a:spcPts val="0"/>
              </a:spcAft>
              <a:buNone/>
              <a:defRPr sz="1800"/>
            </a:lvl2pPr>
            <a:lvl3pPr>
              <a:spcBef>
                <a:spcPts val="0"/>
              </a:spcBef>
              <a:spcAft>
                <a:spcPts val="0"/>
              </a:spcAft>
              <a:buNone/>
              <a:defRPr sz="1800"/>
            </a:lvl3pPr>
            <a:lvl4pPr>
              <a:spcBef>
                <a:spcPts val="0"/>
              </a:spcBef>
              <a:spcAft>
                <a:spcPts val="0"/>
              </a:spcAft>
              <a:buNone/>
              <a:defRPr sz="1800"/>
            </a:lvl4pPr>
            <a:lvl5pPr>
              <a:spcBef>
                <a:spcPts val="0"/>
              </a:spcBef>
              <a:spcAft>
                <a:spcPts val="0"/>
              </a:spcAft>
              <a:buNone/>
              <a:defRPr sz="1800"/>
            </a:lvl5pPr>
            <a:lvl6pPr>
              <a:spcBef>
                <a:spcPts val="0"/>
              </a:spcBef>
              <a:spcAft>
                <a:spcPts val="0"/>
              </a:spcAft>
              <a:buNone/>
              <a:defRPr sz="1800"/>
            </a:lvl6pPr>
            <a:lvl7pPr>
              <a:spcBef>
                <a:spcPts val="0"/>
              </a:spcBef>
              <a:spcAft>
                <a:spcPts val="0"/>
              </a:spcAft>
              <a:buNone/>
              <a:defRPr sz="1800"/>
            </a:lvl7pPr>
            <a:lvl8pPr>
              <a:spcBef>
                <a:spcPts val="0"/>
              </a:spcBef>
              <a:spcAft>
                <a:spcPts val="0"/>
              </a:spcAft>
              <a:buNone/>
              <a:defRPr sz="1800"/>
            </a:lvl8pPr>
            <a:lvl9pPr>
              <a:spcBef>
                <a:spcPts val="0"/>
              </a:spcBef>
              <a:spcAft>
                <a:spcPts val="0"/>
              </a:spcAft>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DF8440AD-A9A8-4643-8438-736F299FFBC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har char="•"/>
              <a:defRPr sz="3200" b="0" i="0" u="none" cap="none">
                <a:solidFill>
                  <a:schemeClr val="dk1"/>
                </a:solidFill>
                <a:latin typeface="Calibri"/>
                <a:ea typeface="Calibri"/>
                <a:cs typeface="Calibri"/>
              </a:defRPr>
            </a:lvl1pPr>
            <a:lvl2pPr marL="914400" indent="-406400" algn="l">
              <a:spcBef>
                <a:spcPts val="560"/>
              </a:spcBef>
              <a:spcAft>
                <a:spcPts val="0"/>
              </a:spcAft>
              <a:buChar char="–"/>
              <a:defRPr sz="2800" b="0" i="0" u="none" cap="none">
                <a:solidFill>
                  <a:schemeClr val="dk1"/>
                </a:solidFill>
                <a:latin typeface="Calibri"/>
                <a:ea typeface="Calibri"/>
                <a:cs typeface="Calibri"/>
              </a:defRPr>
            </a:lvl2pPr>
            <a:lvl3pPr marL="1371600" indent="-381000" algn="l">
              <a:spcBef>
                <a:spcPts val="480"/>
              </a:spcBef>
              <a:spcAft>
                <a:spcPts val="0"/>
              </a:spcAft>
              <a:buChar char="•"/>
              <a:defRPr sz="2400" b="0" i="0" u="none" cap="none">
                <a:solidFill>
                  <a:schemeClr val="dk1"/>
                </a:solidFill>
                <a:latin typeface="Calibri"/>
                <a:ea typeface="Calibri"/>
                <a:cs typeface="Calibri"/>
              </a:defRPr>
            </a:lvl3pPr>
            <a:lvl4pPr marL="1828800" indent="-355600" algn="l">
              <a:spcBef>
                <a:spcPts val="400"/>
              </a:spcBef>
              <a:spcAft>
                <a:spcPts val="0"/>
              </a:spcAft>
              <a:buChar char="–"/>
              <a:defRPr sz="2000" b="0" i="0" u="none" cap="none">
                <a:solidFill>
                  <a:schemeClr val="dk1"/>
                </a:solidFill>
                <a:latin typeface="Calibri"/>
                <a:ea typeface="Calibri"/>
                <a:cs typeface="Calibri"/>
              </a:defRPr>
            </a:lvl4pPr>
            <a:lvl5pPr marL="2286000" indent="-355600" algn="l">
              <a:spcBef>
                <a:spcPts val="400"/>
              </a:spcBef>
              <a:spcAft>
                <a:spcPts val="0"/>
              </a:spcAft>
              <a:buChar char="»"/>
              <a:defRPr sz="2000" b="0" i="0" u="none" cap="none">
                <a:solidFill>
                  <a:schemeClr val="dk1"/>
                </a:solidFill>
                <a:latin typeface="Calibri"/>
                <a:ea typeface="Calibri"/>
                <a:cs typeface="Calibri"/>
              </a:defRPr>
            </a:lvl5pPr>
            <a:lvl6pPr marL="2743200" indent="-355600" algn="l">
              <a:spcBef>
                <a:spcPts val="400"/>
              </a:spcBef>
              <a:spcAft>
                <a:spcPts val="0"/>
              </a:spcAft>
              <a:buChar char="•"/>
              <a:defRPr sz="2000" b="0" i="0" u="none" cap="none">
                <a:solidFill>
                  <a:schemeClr val="dk1"/>
                </a:solidFill>
                <a:latin typeface="Calibri"/>
                <a:ea typeface="Calibri"/>
                <a:cs typeface="Calibri"/>
              </a:defRPr>
            </a:lvl6pPr>
            <a:lvl7pPr marL="3200400" indent="-355600" algn="l">
              <a:spcBef>
                <a:spcPts val="400"/>
              </a:spcBef>
              <a:spcAft>
                <a:spcPts val="0"/>
              </a:spcAft>
              <a:buChar char="•"/>
              <a:defRPr sz="2000" b="0" i="0" u="none" cap="none">
                <a:solidFill>
                  <a:schemeClr val="dk1"/>
                </a:solidFill>
                <a:latin typeface="Calibri"/>
                <a:ea typeface="Calibri"/>
                <a:cs typeface="Calibri"/>
              </a:defRPr>
            </a:lvl7pPr>
            <a:lvl8pPr marL="3657600" indent="-355600" algn="l">
              <a:spcBef>
                <a:spcPts val="400"/>
              </a:spcBef>
              <a:spcAft>
                <a:spcPts val="0"/>
              </a:spcAft>
              <a:buChar char="•"/>
              <a:defRPr sz="2000" b="0" i="0" u="none" cap="none">
                <a:solidFill>
                  <a:schemeClr val="dk1"/>
                </a:solidFill>
                <a:latin typeface="Calibri"/>
                <a:ea typeface="Calibri"/>
                <a:cs typeface="Calibri"/>
              </a:defRPr>
            </a:lvl8pPr>
            <a:lvl9pPr marL="4114800" indent="-355600" algn="l">
              <a:spcBef>
                <a:spcPts val="400"/>
              </a:spcBef>
              <a:spcAft>
                <a:spcPts val="0"/>
              </a:spcAft>
              <a:buChar char="•"/>
              <a:defRPr sz="2000" b="0" i="0" u="none" cap="none">
                <a:solidFill>
                  <a:schemeClr val="dk1"/>
                </a:solidFill>
                <a:latin typeface="Calibri"/>
                <a:ea typeface="Calibri"/>
                <a:cs typeface="Calibri"/>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AD6CF6A2-BD1C-4D78-A16F-6EC6285B191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None/>
              <a:defRPr sz="1200" b="0" i="0" u="none" cap="none">
                <a:solidFill>
                  <a:srgbClr val="888888"/>
                </a:solidFill>
                <a:latin typeface="Calibri"/>
                <a:ea typeface="Calibri"/>
                <a:cs typeface="Calibri"/>
              </a:defRPr>
            </a:lvl1pPr>
            <a:lvl2pPr algn="l">
              <a:spcBef>
                <a:spcPts val="0"/>
              </a:spcBef>
              <a:spcAft>
                <a:spcPts val="0"/>
              </a:spcAft>
              <a:buNone/>
              <a:defRPr sz="1800" b="0" i="0" u="none" cap="none">
                <a:solidFill>
                  <a:schemeClr val="dk1"/>
                </a:solidFill>
                <a:latin typeface="Calibri"/>
                <a:ea typeface="Calibri"/>
                <a:cs typeface="Calibri"/>
              </a:defRPr>
            </a:lvl2pPr>
            <a:lvl3pPr algn="l">
              <a:spcBef>
                <a:spcPts val="0"/>
              </a:spcBef>
              <a:spcAft>
                <a:spcPts val="0"/>
              </a:spcAft>
              <a:buNone/>
              <a:defRPr sz="1800" b="0" i="0" u="none" cap="none">
                <a:solidFill>
                  <a:schemeClr val="dk1"/>
                </a:solidFill>
                <a:latin typeface="Calibri"/>
                <a:ea typeface="Calibri"/>
                <a:cs typeface="Calibri"/>
              </a:defRPr>
            </a:lvl3pPr>
            <a:lvl4pPr algn="l">
              <a:spcBef>
                <a:spcPts val="0"/>
              </a:spcBef>
              <a:spcAft>
                <a:spcPts val="0"/>
              </a:spcAft>
              <a:buNone/>
              <a:defRPr sz="1800" b="0" i="0" u="none" cap="none">
                <a:solidFill>
                  <a:schemeClr val="dk1"/>
                </a:solidFill>
                <a:latin typeface="Calibri"/>
                <a:ea typeface="Calibri"/>
                <a:cs typeface="Calibri"/>
              </a:defRPr>
            </a:lvl4pPr>
            <a:lvl5pPr algn="l">
              <a:spcBef>
                <a:spcPts val="0"/>
              </a:spcBef>
              <a:spcAft>
                <a:spcPts val="0"/>
              </a:spcAft>
              <a:buNone/>
              <a:defRPr sz="1800" b="0" i="0" u="none" cap="none">
                <a:solidFill>
                  <a:schemeClr val="dk1"/>
                </a:solidFill>
                <a:latin typeface="Calibri"/>
                <a:ea typeface="Calibri"/>
                <a:cs typeface="Calibri"/>
              </a:defRPr>
            </a:lvl5pPr>
            <a:lvl6pPr algn="l">
              <a:spcBef>
                <a:spcPts val="0"/>
              </a:spcBef>
              <a:spcAft>
                <a:spcPts val="0"/>
              </a:spcAft>
              <a:buNone/>
              <a:defRPr sz="1800" b="0" i="0" u="none" cap="none">
                <a:solidFill>
                  <a:schemeClr val="dk1"/>
                </a:solidFill>
                <a:latin typeface="Calibri"/>
                <a:ea typeface="Calibri"/>
                <a:cs typeface="Calibri"/>
              </a:defRPr>
            </a:lvl6pPr>
            <a:lvl7pPr algn="l">
              <a:spcBef>
                <a:spcPts val="0"/>
              </a:spcBef>
              <a:spcAft>
                <a:spcPts val="0"/>
              </a:spcAft>
              <a:buNone/>
              <a:defRPr sz="1800" b="0" i="0" u="none" cap="none">
                <a:solidFill>
                  <a:schemeClr val="dk1"/>
                </a:solidFill>
                <a:latin typeface="Calibri"/>
                <a:ea typeface="Calibri"/>
                <a:cs typeface="Calibri"/>
              </a:defRPr>
            </a:lvl7pPr>
            <a:lvl8pPr algn="l">
              <a:spcBef>
                <a:spcPts val="0"/>
              </a:spcBef>
              <a:spcAft>
                <a:spcPts val="0"/>
              </a:spcAft>
              <a:buNone/>
              <a:defRPr sz="1800" b="0" i="0" u="none" cap="none">
                <a:solidFill>
                  <a:schemeClr val="dk1"/>
                </a:solidFill>
                <a:latin typeface="Calibri"/>
                <a:ea typeface="Calibri"/>
                <a:cs typeface="Calibri"/>
              </a:defRPr>
            </a:lvl8pPr>
            <a:lvl9pPr algn="l">
              <a:spcBef>
                <a:spcPts val="0"/>
              </a:spcBef>
              <a:spcAft>
                <a:spcPts val="0"/>
              </a:spcAft>
              <a:buNone/>
              <a:defRPr sz="1800" b="0" i="0" u="none" cap="none">
                <a:solidFill>
                  <a:schemeClr val="dk1"/>
                </a:solidFill>
                <a:latin typeface="Calibri"/>
                <a:ea typeface="Calibri"/>
                <a:cs typeface="Calibri"/>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16338BF7-7519-44CE-B23F-81EDE7DDC3C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None/>
              <a:defRPr sz="1200" b="0" i="0" u="none" cap="none">
                <a:solidFill>
                  <a:srgbClr val="888888"/>
                </a:solidFill>
                <a:latin typeface="Calibri"/>
                <a:ea typeface="Calibri"/>
                <a:cs typeface="Calibri"/>
              </a:defRPr>
            </a:lvl1pPr>
            <a:lvl2pPr algn="l">
              <a:spcBef>
                <a:spcPts val="0"/>
              </a:spcBef>
              <a:spcAft>
                <a:spcPts val="0"/>
              </a:spcAft>
              <a:buNone/>
              <a:defRPr sz="1800" b="0" i="0" u="none" cap="none">
                <a:solidFill>
                  <a:schemeClr val="dk1"/>
                </a:solidFill>
                <a:latin typeface="Calibri"/>
                <a:ea typeface="Calibri"/>
                <a:cs typeface="Calibri"/>
              </a:defRPr>
            </a:lvl2pPr>
            <a:lvl3pPr algn="l">
              <a:spcBef>
                <a:spcPts val="0"/>
              </a:spcBef>
              <a:spcAft>
                <a:spcPts val="0"/>
              </a:spcAft>
              <a:buNone/>
              <a:defRPr sz="1800" b="0" i="0" u="none" cap="none">
                <a:solidFill>
                  <a:schemeClr val="dk1"/>
                </a:solidFill>
                <a:latin typeface="Calibri"/>
                <a:ea typeface="Calibri"/>
                <a:cs typeface="Calibri"/>
              </a:defRPr>
            </a:lvl3pPr>
            <a:lvl4pPr algn="l">
              <a:spcBef>
                <a:spcPts val="0"/>
              </a:spcBef>
              <a:spcAft>
                <a:spcPts val="0"/>
              </a:spcAft>
              <a:buNone/>
              <a:defRPr sz="1800" b="0" i="0" u="none" cap="none">
                <a:solidFill>
                  <a:schemeClr val="dk1"/>
                </a:solidFill>
                <a:latin typeface="Calibri"/>
                <a:ea typeface="Calibri"/>
                <a:cs typeface="Calibri"/>
              </a:defRPr>
            </a:lvl4pPr>
            <a:lvl5pPr algn="l">
              <a:spcBef>
                <a:spcPts val="0"/>
              </a:spcBef>
              <a:spcAft>
                <a:spcPts val="0"/>
              </a:spcAft>
              <a:buNone/>
              <a:defRPr sz="1800" b="0" i="0" u="none" cap="none">
                <a:solidFill>
                  <a:schemeClr val="dk1"/>
                </a:solidFill>
                <a:latin typeface="Calibri"/>
                <a:ea typeface="Calibri"/>
                <a:cs typeface="Calibri"/>
              </a:defRPr>
            </a:lvl5pPr>
            <a:lvl6pPr algn="l">
              <a:spcBef>
                <a:spcPts val="0"/>
              </a:spcBef>
              <a:spcAft>
                <a:spcPts val="0"/>
              </a:spcAft>
              <a:buNone/>
              <a:defRPr sz="1800" b="0" i="0" u="none" cap="none">
                <a:solidFill>
                  <a:schemeClr val="dk1"/>
                </a:solidFill>
                <a:latin typeface="Calibri"/>
                <a:ea typeface="Calibri"/>
                <a:cs typeface="Calibri"/>
              </a:defRPr>
            </a:lvl6pPr>
            <a:lvl7pPr algn="l">
              <a:spcBef>
                <a:spcPts val="0"/>
              </a:spcBef>
              <a:spcAft>
                <a:spcPts val="0"/>
              </a:spcAft>
              <a:buNone/>
              <a:defRPr sz="1800" b="0" i="0" u="none" cap="none">
                <a:solidFill>
                  <a:schemeClr val="dk1"/>
                </a:solidFill>
                <a:latin typeface="Calibri"/>
                <a:ea typeface="Calibri"/>
                <a:cs typeface="Calibri"/>
              </a:defRPr>
            </a:lvl7pPr>
            <a:lvl8pPr algn="l">
              <a:spcBef>
                <a:spcPts val="0"/>
              </a:spcBef>
              <a:spcAft>
                <a:spcPts val="0"/>
              </a:spcAft>
              <a:buNone/>
              <a:defRPr sz="1800" b="0" i="0" u="none" cap="none">
                <a:solidFill>
                  <a:schemeClr val="dk1"/>
                </a:solidFill>
                <a:latin typeface="Calibri"/>
                <a:ea typeface="Calibri"/>
                <a:cs typeface="Calibri"/>
              </a:defRPr>
            </a:lvl8pPr>
            <a:lvl9pPr algn="l">
              <a:spcBef>
                <a:spcPts val="0"/>
              </a:spcBef>
              <a:spcAft>
                <a:spcPts val="0"/>
              </a:spcAft>
              <a:buNone/>
              <a:defRPr sz="1800" b="0" i="0" u="none" cap="none">
                <a:solidFill>
                  <a:schemeClr val="dk1"/>
                </a:solidFill>
                <a:latin typeface="Calibri"/>
                <a:ea typeface="Calibri"/>
                <a:cs typeface="Calibri"/>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EBD4397-3F3B-43D3-A69B-0E01615F55C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200" b="0" i="0" u="none" cap="none">
                <a:solidFill>
                  <a:srgbClr val="888888"/>
                </a:solidFill>
                <a:latin typeface="Calibri"/>
                <a:ea typeface="Calibri"/>
                <a:cs typeface="Calibri"/>
              </a:defRPr>
            </a:lvl1pPr>
            <a:lvl2pPr marL="0" indent="0" algn="r">
              <a:spcBef>
                <a:spcPts val="0"/>
              </a:spcBef>
              <a:buNone/>
              <a:defRPr sz="1200" b="0" i="0" u="none" cap="none">
                <a:solidFill>
                  <a:srgbClr val="888888"/>
                </a:solidFill>
                <a:latin typeface="Calibri"/>
                <a:ea typeface="Calibri"/>
                <a:cs typeface="Calibri"/>
              </a:defRPr>
            </a:lvl2pPr>
            <a:lvl3pPr marL="0" indent="0" algn="r">
              <a:spcBef>
                <a:spcPts val="0"/>
              </a:spcBef>
              <a:buNone/>
              <a:defRPr sz="1200" b="0" i="0" u="none" cap="none">
                <a:solidFill>
                  <a:srgbClr val="888888"/>
                </a:solidFill>
                <a:latin typeface="Calibri"/>
                <a:ea typeface="Calibri"/>
                <a:cs typeface="Calibri"/>
              </a:defRPr>
            </a:lvl3pPr>
            <a:lvl4pPr marL="0" indent="0" algn="r">
              <a:spcBef>
                <a:spcPts val="0"/>
              </a:spcBef>
              <a:buNone/>
              <a:defRPr sz="1200" b="0" i="0" u="none" cap="none">
                <a:solidFill>
                  <a:srgbClr val="888888"/>
                </a:solidFill>
                <a:latin typeface="Calibri"/>
                <a:ea typeface="Calibri"/>
                <a:cs typeface="Calibri"/>
              </a:defRPr>
            </a:lvl4pPr>
            <a:lvl5pPr marL="0" indent="0" algn="r">
              <a:spcBef>
                <a:spcPts val="0"/>
              </a:spcBef>
              <a:buNone/>
              <a:defRPr sz="1200" b="0" i="0" u="none" cap="none">
                <a:solidFill>
                  <a:srgbClr val="888888"/>
                </a:solidFill>
                <a:latin typeface="Calibri"/>
                <a:ea typeface="Calibri"/>
                <a:cs typeface="Calibri"/>
              </a:defRPr>
            </a:lvl5pPr>
            <a:lvl6pPr marL="0" indent="0" algn="r">
              <a:spcBef>
                <a:spcPts val="0"/>
              </a:spcBef>
              <a:buNone/>
              <a:defRPr sz="1200" b="0" i="0" u="none" cap="none">
                <a:solidFill>
                  <a:srgbClr val="888888"/>
                </a:solidFill>
                <a:latin typeface="Calibri"/>
                <a:ea typeface="Calibri"/>
                <a:cs typeface="Calibri"/>
              </a:defRPr>
            </a:lvl6pPr>
            <a:lvl7pPr marL="0" indent="0" algn="r">
              <a:spcBef>
                <a:spcPts val="0"/>
              </a:spcBef>
              <a:buNone/>
              <a:defRPr sz="1200" b="0" i="0" u="none" cap="none">
                <a:solidFill>
                  <a:srgbClr val="888888"/>
                </a:solidFill>
                <a:latin typeface="Calibri"/>
                <a:ea typeface="Calibri"/>
                <a:cs typeface="Calibri"/>
              </a:defRPr>
            </a:lvl7pPr>
            <a:lvl8pPr marL="0" indent="0" algn="r">
              <a:spcBef>
                <a:spcPts val="0"/>
              </a:spcBef>
              <a:buNone/>
              <a:defRPr sz="1200" b="0" i="0" u="none" cap="none">
                <a:solidFill>
                  <a:srgbClr val="888888"/>
                </a:solidFill>
                <a:latin typeface="Calibri"/>
                <a:ea typeface="Calibri"/>
                <a:cs typeface="Calibri"/>
              </a:defRPr>
            </a:lvl8pPr>
            <a:lvl9pPr marL="0" indent="0" algn="r">
              <a:spcBef>
                <a:spcPts val="0"/>
              </a:spcBef>
              <a:buNone/>
              <a:defRPr sz="1200" b="0" i="0" u="none" cap="none">
                <a:solidFill>
                  <a:srgbClr val="888888"/>
                </a:solidFill>
                <a:latin typeface="Calibri"/>
                <a:ea typeface="Calibri"/>
                <a:cs typeface="Calibri"/>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5efaacdd3c44b9c"/>
    <p:sldLayoutId xmlns:r="http://schemas.openxmlformats.org/officeDocument/2006/relationships" id="2147483650" r:id="R87a16c52740b46b4"/>
    <p:sldLayoutId xmlns:r="http://schemas.openxmlformats.org/officeDocument/2006/relationships" id="2147483651" r:id="R2508b271c2e14567"/>
    <p:sldLayoutId xmlns:r="http://schemas.openxmlformats.org/officeDocument/2006/relationships" id="2147483652" r:id="R8913ef9dd5e448d1"/>
    <p:sldLayoutId xmlns:r="http://schemas.openxmlformats.org/officeDocument/2006/relationships" id="2147483653" r:id="Ra4de90d4243e4102"/>
    <p:sldLayoutId xmlns:r="http://schemas.openxmlformats.org/officeDocument/2006/relationships" id="2147483654" r:id="Rf74772c2e744426d"/>
    <p:sldLayoutId xmlns:r="http://schemas.openxmlformats.org/officeDocument/2006/relationships" id="2147483655" r:id="R33196a16254246dd"/>
    <p:sldLayoutId xmlns:r="http://schemas.openxmlformats.org/officeDocument/2006/relationships" id="2147483656" r:id="R53fe5652dad34ab4"/>
    <p:sldLayoutId xmlns:r="http://schemas.openxmlformats.org/officeDocument/2006/relationships" id="2147483657" r:id="R8945c8bdaa4847e7"/>
    <p:sldLayoutId xmlns:r="http://schemas.openxmlformats.org/officeDocument/2006/relationships" id="2147483658" r:id="R29ce1f64578c402a"/>
    <p:sldLayoutId xmlns:r="http://schemas.openxmlformats.org/officeDocument/2006/relationships" id="2147483659" r:id="R880ab47ab0f64045"/>
    <p:sldLayoutId xmlns:r="http://schemas.openxmlformats.org/officeDocument/2006/relationships" id="2147483660" r:id="R6fbf458883544e14"/>
    <p:sldLayoutId xmlns:r="http://schemas.openxmlformats.org/officeDocument/2006/relationships" id="2147483661" r:id="R5c9915a0282a45a9"/>
    <p:sldLayoutId xmlns:r="http://schemas.openxmlformats.org/officeDocument/2006/relationships" id="2147483662" r:id="Rd1775b9c009a46cf"/>
  </p:sldLayoutIdLst>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e89341bb577f489e" /><Relationship Type="http://schemas.openxmlformats.org/officeDocument/2006/relationships/image" Target="/ppt/media/image.png" Id="R8a5b4eab91c3483f" /><Relationship Type="http://schemas.openxmlformats.org/officeDocument/2006/relationships/notesSlide" Target="/ppt/notesSlides/notesSlide1.xml" Id="Rc971e2230f4c4c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423ea99948ab4cc3" /><Relationship Type="http://schemas.openxmlformats.org/officeDocument/2006/relationships/image" Target="/ppt/media/image2.png" Id="Raf86917e23004349" /><Relationship Type="http://schemas.openxmlformats.org/officeDocument/2006/relationships/notesSlide" Target="/ppt/notesSlides/notesSlide2.xml" Id="R1555a53b116741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9872141a76f74a28" /><Relationship Type="http://schemas.openxmlformats.org/officeDocument/2006/relationships/image" Target="/ppt/media/image3.png" Id="R5f96cc86547947d7" /><Relationship Type="http://schemas.openxmlformats.org/officeDocument/2006/relationships/image" Target="/ppt/media/image4.png" Id="Rbd87c3ede37a4f8f" /><Relationship Type="http://schemas.openxmlformats.org/officeDocument/2006/relationships/image" Target="/ppt/media/image5.png" Id="Rb3449752963d47d4" /><Relationship Type="http://schemas.openxmlformats.org/officeDocument/2006/relationships/image" Target="/ppt/media/image6.png" Id="Rcb4daa2136044297" /><Relationship Type="http://schemas.openxmlformats.org/officeDocument/2006/relationships/image" Target="/ppt/media/image7.png" Id="R7ff19678d9314c04" /><Relationship Type="http://schemas.openxmlformats.org/officeDocument/2006/relationships/image" Target="/ppt/media/image8.png" Id="R1d8937442f3546bc" /><Relationship Type="http://schemas.openxmlformats.org/officeDocument/2006/relationships/image" Target="/ppt/media/image9.png" Id="R96d604cc7c504a45" /><Relationship Type="http://schemas.openxmlformats.org/officeDocument/2006/relationships/image" Target="/ppt/media/image10.png" Id="Re76ff1cc83e447d3" /><Relationship Type="http://schemas.openxmlformats.org/officeDocument/2006/relationships/image" Target="/ppt/media/image11.png" Id="Re280fbba59974e54" /><Relationship Type="http://schemas.openxmlformats.org/officeDocument/2006/relationships/notesSlide" Target="/ppt/notesSlides/notesSlide3.xml" Id="R3f0d4410a1864e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c3904cff46154e4c" /><Relationship Type="http://schemas.openxmlformats.org/officeDocument/2006/relationships/image" Target="/ppt/media/image3.png" Id="R04e93459f0fc4554" /><Relationship Type="http://schemas.openxmlformats.org/officeDocument/2006/relationships/image" Target="/ppt/media/image4.png" Id="R9df90a04d1b24be0" /><Relationship Type="http://schemas.openxmlformats.org/officeDocument/2006/relationships/image" Target="/ppt/media/image5.png" Id="Rd1db2fc72ad24118" /><Relationship Type="http://schemas.openxmlformats.org/officeDocument/2006/relationships/image" Target="/ppt/media/image6.png" Id="Rf012691b1a34483e" /><Relationship Type="http://schemas.openxmlformats.org/officeDocument/2006/relationships/image" Target="/ppt/media/image7.png" Id="Rc680889ae78b43b3" /><Relationship Type="http://schemas.openxmlformats.org/officeDocument/2006/relationships/image" Target="/ppt/media/image8.png" Id="R37519cb0570f463e" /><Relationship Type="http://schemas.openxmlformats.org/officeDocument/2006/relationships/image" Target="/ppt/media/image9.png" Id="R77a35b4bc43e4c88" /><Relationship Type="http://schemas.openxmlformats.org/officeDocument/2006/relationships/image" Target="/ppt/media/image10.png" Id="R9b2b64df8bf14ce0" /><Relationship Type="http://schemas.openxmlformats.org/officeDocument/2006/relationships/image" Target="/ppt/media/image11.png" Id="R4bf522df16f64c12" /><Relationship Type="http://schemas.openxmlformats.org/officeDocument/2006/relationships/notesSlide" Target="/ppt/notesSlides/notesSlide4.xml" Id="R2e7319d2ef944f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8fb9a261d30f4ae5" /><Relationship Type="http://schemas.openxmlformats.org/officeDocument/2006/relationships/image" Target="/ppt/media/image12.png" Id="R9d5ff6e7d4664be6" /><Relationship Type="http://schemas.openxmlformats.org/officeDocument/2006/relationships/notesSlide" Target="/ppt/notesSlides/notesSlide5.xml" Id="Rc2ac12c8c22845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dedcaebbd7094dd8" /><Relationship Type="http://schemas.openxmlformats.org/officeDocument/2006/relationships/image" Target="/ppt/media/image3.png" Id="R127dcc2765ff4a4a" /><Relationship Type="http://schemas.openxmlformats.org/officeDocument/2006/relationships/image" Target="/ppt/media/image4.png" Id="R0d4fba4afc1a4dfd" /><Relationship Type="http://schemas.openxmlformats.org/officeDocument/2006/relationships/image" Target="/ppt/media/image5.png" Id="R08eade80c7a14dfd" /><Relationship Type="http://schemas.openxmlformats.org/officeDocument/2006/relationships/image" Target="/ppt/media/image6.png" Id="R0fb96a9487444713" /><Relationship Type="http://schemas.openxmlformats.org/officeDocument/2006/relationships/image" Target="/ppt/media/image7.png" Id="Rcdc1048b692b493b" /><Relationship Type="http://schemas.openxmlformats.org/officeDocument/2006/relationships/image" Target="/ppt/media/image8.png" Id="R14b2a09c0f1d471f" /><Relationship Type="http://schemas.openxmlformats.org/officeDocument/2006/relationships/image" Target="/ppt/media/image13.png" Id="R7905c30333b848bf" /><Relationship Type="http://schemas.openxmlformats.org/officeDocument/2006/relationships/image" Target="/ppt/media/image14.png" Id="R1538eee60a8045f4" /><Relationship Type="http://schemas.openxmlformats.org/officeDocument/2006/relationships/image" Target="/ppt/media/image15.png" Id="Raf9e8141100c45ce" /><Relationship Type="http://schemas.openxmlformats.org/officeDocument/2006/relationships/notesSlide" Target="/ppt/notesSlides/notesSlide6.xml" Id="R5d3155120dc0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98af54d5e26d4d3c" /><Relationship Type="http://schemas.openxmlformats.org/officeDocument/2006/relationships/image" Target="/ppt/media/image16.png" Id="R5c96790281094c15" /><Relationship Type="http://schemas.openxmlformats.org/officeDocument/2006/relationships/notesSlide" Target="/ppt/notesSlides/notesSlide7.xml" Id="Ra98818da415e43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6041f51ff5374bfc" /><Relationship Type="http://schemas.openxmlformats.org/officeDocument/2006/relationships/image" Target="/ppt/media/image17.png" Id="R6cf0601255c74caa" /><Relationship Type="http://schemas.openxmlformats.org/officeDocument/2006/relationships/image" Target="/ppt/media/image18.png" Id="R1262f2ce1b444562" /><Relationship Type="http://schemas.openxmlformats.org/officeDocument/2006/relationships/image" Target="/ppt/media/image19.png" Id="R774cb378135f4edc" /><Relationship Type="http://schemas.openxmlformats.org/officeDocument/2006/relationships/notesSlide" Target="/ppt/notesSlides/notesSlide8.xml" Id="Rd971fa7660224d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23e3ada4722b4c7b" /><Relationship Type="http://schemas.openxmlformats.org/officeDocument/2006/relationships/image" Target="/ppt/media/image20.png" Id="Re08b843384e944ea" /><Relationship Type="http://schemas.openxmlformats.org/officeDocument/2006/relationships/notesSlide" Target="/ppt/notesSlides/notesSlide9.xml" Id="Re35052ae77ab43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d266230093384b63" /><Relationship Type="http://schemas.openxmlformats.org/officeDocument/2006/relationships/image" Target="/ppt/media/image21.png" Id="R78f65a92c8bc451a" /><Relationship Type="http://schemas.openxmlformats.org/officeDocument/2006/relationships/image" Target="/ppt/media/image22.png" Id="Raed7998d069f4596" /><Relationship Type="http://schemas.openxmlformats.org/officeDocument/2006/relationships/notesSlide" Target="/ppt/notesSlides/notesSlide10.xml" Id="R9ec5d2a8db1244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48bc8c67b5a7488f" /><Relationship Type="http://schemas.openxmlformats.org/officeDocument/2006/relationships/image" Target="/ppt/media/image23.png" Id="Rd88a31401e5f4ea0" /><Relationship Type="http://schemas.openxmlformats.org/officeDocument/2006/relationships/notesSlide" Target="/ppt/notesSlides/notesSlide11.xml" Id="Rb87ec22895eb43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6da0b110d1044970" /><Relationship Type="http://schemas.openxmlformats.org/officeDocument/2006/relationships/image" Target="/ppt/media/image24.png" Id="Rbad75190c921455a" /><Relationship Type="http://schemas.openxmlformats.org/officeDocument/2006/relationships/notesSlide" Target="/ppt/notesSlides/notesSlide12.xml" Id="Rf968c9cdb25548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6c286542eb344ad6" /><Relationship Type="http://schemas.openxmlformats.org/officeDocument/2006/relationships/image" Target="/ppt/media/image3.png" Id="Re34edf65fb374a70" /><Relationship Type="http://schemas.openxmlformats.org/officeDocument/2006/relationships/image" Target="/ppt/media/image4.png" Id="R18a74441cc124d25" /><Relationship Type="http://schemas.openxmlformats.org/officeDocument/2006/relationships/image" Target="/ppt/media/image5.png" Id="R29db01726bc5420d" /><Relationship Type="http://schemas.openxmlformats.org/officeDocument/2006/relationships/image" Target="/ppt/media/image6.png" Id="R671cc6dd54bc49b3" /><Relationship Type="http://schemas.openxmlformats.org/officeDocument/2006/relationships/image" Target="/ppt/media/image7.png" Id="R9bb82d2e44584e73" /><Relationship Type="http://schemas.openxmlformats.org/officeDocument/2006/relationships/image" Target="/ppt/media/image8.png" Id="R03e3ded7389141c1" /><Relationship Type="http://schemas.openxmlformats.org/officeDocument/2006/relationships/image" Target="/ppt/media/image9.png" Id="R45b9172f86e84001" /><Relationship Type="http://schemas.openxmlformats.org/officeDocument/2006/relationships/image" Target="/ppt/media/image10.png" Id="R6f6d4f0f51a04c03" /><Relationship Type="http://schemas.openxmlformats.org/officeDocument/2006/relationships/image" Target="/ppt/media/image11.png" Id="Rcaceb2b899e8496f" /><Relationship Type="http://schemas.openxmlformats.org/officeDocument/2006/relationships/notesSlide" Target="/ppt/notesSlides/notesSlide13.xml" Id="R8829b402710346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70cfccd723f9425b" /><Relationship Type="http://schemas.openxmlformats.org/officeDocument/2006/relationships/image" Target="/ppt/media/image25.png" Id="Rfdea45080ab04606" /><Relationship Type="http://schemas.openxmlformats.org/officeDocument/2006/relationships/image" Target="/ppt/media/image26.png" Id="R7c4671701bcf4b69" /><Relationship Type="http://schemas.openxmlformats.org/officeDocument/2006/relationships/image" Target="/ppt/media/image27.png" Id="R1ec2de1f3b5047b9" /><Relationship Type="http://schemas.openxmlformats.org/officeDocument/2006/relationships/image" Target="/ppt/media/image28.png" Id="Re31faac9adf4426c" /><Relationship Type="http://schemas.openxmlformats.org/officeDocument/2006/relationships/notesSlide" Target="/ppt/notesSlides/notesSlide14.xml" Id="R931c14ae7bfa4e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1735d641b36d4f86" /><Relationship Type="http://schemas.openxmlformats.org/officeDocument/2006/relationships/image" Target="/ppt/media/image29.png" Id="R52b4d7a6c6624045" /><Relationship Type="http://schemas.openxmlformats.org/officeDocument/2006/relationships/notesSlide" Target="/ppt/notesSlides/notesSlide15.xml" Id="R2ff92e7f359444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2ed8957d8f6645c7" /><Relationship Type="http://schemas.openxmlformats.org/officeDocument/2006/relationships/image" Target="/ppt/media/image.png" Id="R8e9e5d52d7a04da4" /><Relationship Type="http://schemas.openxmlformats.org/officeDocument/2006/relationships/notesSlide" Target="/ppt/notesSlides/notesSlide16.xml" Id="R22bf9d666b534b0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4" name="Google Shape;94;p17">
            <a:extLst xmlns:a="http://schemas.openxmlformats.org/drawingml/2006/main">
              <a:ext uri="{FF2B5EF4-FFF2-40B4-BE49-F238E27FC236}">
                <a16:creationId xmlns:a16="http://schemas.microsoft.com/office/drawing/2014/main" id="{19E65428-2A06-4F2C-AC7A-3A28D0A15C4A}"/>
              </a:ext>
            </a:extLst>
          </p:cNvPr>
          <p:cNvSpPr>
            <a:spLocks xmlns:a="http://schemas.openxmlformats.org/drawingml/2006/main" noGrp="1"/>
          </p:cNvSpPr>
          <p:nvPr/>
        </p:nvSpPr>
        <p:spPr>
          <a:xfrm xmlns:a="http://schemas.openxmlformats.org/drawingml/2006/main">
            <a:off x="0" y="-67"/>
            <a:ext cx="12209700" cy="6858000"/>
          </a:xfrm>
          <a:prstGeom xmlns:a="http://schemas.openxmlformats.org/drawingml/2006/main" prst="rect">
            <a:avLst/>
          </a:prstGeom>
          <a:solidFill xmlns:a="http://schemas.openxmlformats.org/drawingml/2006/main">
            <a:schemeClr val="dk1"/>
          </a:solidFill>
          <a:ln xmlns:a="http://schemas.openxmlformats.org/drawingml/2006/main" w="12700" cmpd="sng">
            <a:solidFill>
              <a:schemeClr val="dk2"/>
            </a:solidFill>
            <a:prstDash val="solid"/>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indent="0" algn="ctr">
              <a:spcBef>
                <a:spcPts val="0"/>
              </a:spcBef>
              <a:spcAft>
                <a:spcPts val="0"/>
              </a:spcAft>
              <a:buNone/>
            </a:pPr>
            <a:r>
              <a:rPr sz="1900">
                <a:latin typeface="Comfortaa"/>
                <a:ea typeface="Comfortaa"/>
                <a:cs typeface="Comfortaa"/>
              </a:rPr>
              <a:t> </a:t>
            </a:r>
          </a:p>
        </p:txBody>
      </p:sp>
      <p:sp>
        <p:nvSpPr>
          <p:cNvPr id="95" name="Google Shape;95;p17">
            <a:extLst xmlns:a="http://schemas.openxmlformats.org/drawingml/2006/main">
              <a:ext uri="{FF2B5EF4-FFF2-40B4-BE49-F238E27FC236}">
                <a16:creationId xmlns:a16="http://schemas.microsoft.com/office/drawing/2014/main" id="{B4DA47BB-D19E-4B74-99F9-3847350C221F}"/>
              </a:ext>
            </a:extLst>
          </p:cNvPr>
          <p:cNvSpPr>
            <a:spLocks xmlns:a="http://schemas.openxmlformats.org/drawingml/2006/main" noGrp="1"/>
          </p:cNvSpPr>
          <p:nvPr>
            <p:ph type="ctrTitle" idx="0"/>
          </p:nvPr>
        </p:nvSpPr>
        <p:spPr>
          <a:xfrm xmlns:a="http://schemas.openxmlformats.org/drawingml/2006/main">
            <a:off x="3686267" y="2210400"/>
            <a:ext cx="6254700" cy="1405200"/>
          </a:xfrm>
          <a:prstGeom xmlns:a="http://schemas.openxmlformats.org/drawingml/2006/main" prst="rect">
            <a:avLst/>
          </a:prstGeom>
        </p:spPr>
        <p:txBody>
          <a:bodyPr xmlns:a="http://schemas.openxmlformats.org/drawingml/2006/main" spcFirstLastPara="1" wrap="square" lIns="121900" tIns="121900" rIns="121900" bIns="121900" anchor="b">
            <a:noAutofit/>
          </a:bodyPr>
          <a:lstStyle xmlns:a="http://schemas.openxmlformats.org/drawingml/2006/main"/>
          <a:p xmlns:a="http://schemas.openxmlformats.org/drawingml/2006/main">
            <a:pPr marL="0" indent="0" algn="ctr">
              <a:spcBef>
                <a:spcPts val="0"/>
              </a:spcBef>
              <a:spcAft>
                <a:spcPts val="0"/>
              </a:spcAft>
              <a:buNone/>
            </a:pPr>
            <a:r>
              <a:rPr sz="2700" b="1">
                <a:solidFill>
                  <a:schemeClr val="lt1"/>
                </a:solidFill>
                <a:latin typeface="Arial"/>
                <a:ea typeface="Arial"/>
                <a:cs typeface="Arial"/>
              </a:rPr>
              <a:t>Retrieval Head Atlas</a:t>
            </a:r>
          </a:p>
          <a:p xmlns:a="http://schemas.openxmlformats.org/drawingml/2006/main">
            <a:pPr marL="0" indent="0" algn="ctr">
              <a:spcBef>
                <a:spcPts val="0"/>
              </a:spcBef>
              <a:spcAft>
                <a:spcPts val="0"/>
              </a:spcAft>
              <a:buNone/>
            </a:pPr>
            <a:r>
              <a:rPr sz="2500">
                <a:solidFill>
                  <a:schemeClr val="lt1"/>
                </a:solidFill>
                <a:latin typeface="Calibri"/>
                <a:ea typeface="Calibri"/>
                <a:cs typeface="Calibri"/>
              </a:rPr>
              <a:t>A Role-Decomposed Circuit for Semantic Long-Context Retrieval</a:t>
            </a:r>
          </a:p>
        </p:txBody>
      </p:sp>
      <p:sp>
        <p:nvSpPr>
          <p:cNvPr id="96" name="Google Shape;96;p17">
            <a:extLst xmlns:a="http://schemas.openxmlformats.org/drawingml/2006/main">
              <a:ext uri="{FF2B5EF4-FFF2-40B4-BE49-F238E27FC236}">
                <a16:creationId xmlns:a16="http://schemas.microsoft.com/office/drawing/2014/main" id="{C8C2CB00-4623-40F8-B4B7-6EE54A60B74A}"/>
              </a:ext>
            </a:extLst>
          </p:cNvPr>
          <p:cNvSpPr>
            <a:spLocks xmlns:a="http://schemas.openxmlformats.org/drawingml/2006/main" noGrp="1"/>
          </p:cNvSpPr>
          <p:nvPr>
            <p:ph type="subTitle" idx="1"/>
          </p:nvPr>
        </p:nvSpPr>
        <p:spPr>
          <a:xfrm xmlns:a="http://schemas.openxmlformats.org/drawingml/2006/main">
            <a:off x="4279667" y="4594267"/>
            <a:ext cx="5067900" cy="533700"/>
          </a:xfrm>
          <a:prstGeom xmlns:a="http://schemas.openxmlformats.org/drawingml/2006/main" prst="rect">
            <a:avLst/>
          </a:prstGeom>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indent="0" algn="ctr">
              <a:spcBef>
                <a:spcPts val="0"/>
              </a:spcBef>
              <a:spcAft>
                <a:spcPts val="0"/>
              </a:spcAft>
              <a:buNone/>
            </a:pPr>
            <a:r>
              <a:rPr sz="1900" b="1">
                <a:solidFill>
                  <a:srgbClr val="F3EDE0"/>
                </a:solidFill>
                <a:latin typeface="Arial"/>
                <a:ea typeface="Arial"/>
                <a:cs typeface="Arial"/>
              </a:rPr>
              <a:t>ASHISH ANAND | CS23MTECH15007</a:t>
            </a:r>
          </a:p>
        </p:txBody>
      </p:sp>
      <p:sp>
        <p:nvSpPr>
          <p:cNvPr id="97" name="Google Shape;97;p17">
            <a:extLst xmlns:a="http://schemas.openxmlformats.org/drawingml/2006/main">
              <a:ext uri="{FF2B5EF4-FFF2-40B4-BE49-F238E27FC236}">
                <a16:creationId xmlns:a16="http://schemas.microsoft.com/office/drawing/2014/main" id="{7A20657A-DD87-4A85-9384-DF4687C71807}"/>
              </a:ext>
            </a:extLst>
          </p:cNvPr>
          <p:cNvSpPr>
            <a:spLocks xmlns:a="http://schemas.openxmlformats.org/drawingml/2006/main" noGrp="1"/>
          </p:cNvSpPr>
          <p:nvPr/>
        </p:nvSpPr>
        <p:spPr>
          <a:xfrm xmlns:a="http://schemas.openxmlformats.org/drawingml/2006/main">
            <a:off x="3686267" y="1655233"/>
            <a:ext cx="5936700" cy="73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21900" tIns="121900" rIns="121900" bIns="121900" anchor="t">
            <a:noAutofit/>
          </a:bodyPr>
          <a:lstStyle xmlns:a="http://schemas.openxmlformats.org/drawingml/2006/main"/>
          <a:p xmlns:a="http://schemas.openxmlformats.org/drawingml/2006/main">
            <a:pPr marL="0" indent="0" algn="ctr">
              <a:spcBef>
                <a:spcPts val="0"/>
              </a:spcBef>
              <a:spcAft>
                <a:spcPts val="0"/>
              </a:spcAft>
              <a:buNone/>
            </a:pPr>
            <a:r>
              <a:rPr sz="1900" b="1">
                <a:solidFill>
                  <a:srgbClr val="FF0000"/>
                </a:solidFill>
              </a:rPr>
              <a:t>MDS Capstone</a:t>
            </a:r>
          </a:p>
        </p:txBody>
      </p:sp>
      <p:sp>
        <p:nvSpPr>
          <p:cNvPr id="98" name="Google Shape;98;p17">
            <a:extLst xmlns:a="http://schemas.openxmlformats.org/drawingml/2006/main">
              <a:ext uri="{FF2B5EF4-FFF2-40B4-BE49-F238E27FC236}">
                <a16:creationId xmlns:a16="http://schemas.microsoft.com/office/drawing/2014/main" id="{47B717E8-6576-4D39-9C65-D43936A4C890}"/>
              </a:ext>
            </a:extLst>
          </p:cNvPr>
          <p:cNvSpPr>
            <a:spLocks xmlns:a="http://schemas.openxmlformats.org/drawingml/2006/main" noGrp="1"/>
          </p:cNvSpPr>
          <p:nvPr/>
        </p:nvSpPr>
        <p:spPr>
          <a:xfrm xmlns:a="http://schemas.openxmlformats.org/drawingml/2006/main">
            <a:off x="0" y="5646533"/>
            <a:ext cx="12209700" cy="159600"/>
          </a:xfrm>
          <a:prstGeom xmlns:a="http://schemas.openxmlformats.org/drawingml/2006/main" prst="rect">
            <a:avLst/>
          </a:prstGeom>
          <a:solidFill xmlns:a="http://schemas.openxmlformats.org/drawingml/2006/main">
            <a:srgbClr val="FF0000"/>
          </a:solidFill>
          <a:ln xmlns:a="http://schemas.openxmlformats.org/drawingml/2006/main" w="12700" cmpd="sng">
            <a:solidFill>
              <a:srgbClr val="FF0000"/>
            </a:solidFill>
            <a:prstDash val="solid"/>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99" name="Google Shape;99;p17"/>
          <p:cNvPicPr>
            <a:picLocks xmlns:a="http://schemas.openxmlformats.org/drawingml/2006/main" noChangeAspect="1"/>
          </p:cNvPicPr>
          <p:nvPr/>
        </p:nvPicPr>
        <p:blipFill>
          <a:blip xmlns:r="http://schemas.openxmlformats.org/officeDocument/2006/relationships" xmlns:a="http://schemas.openxmlformats.org/drawingml/2006/main" r:embed="R8a5b4eab91c3483f"/>
          <a:srcRect xmlns:a="http://schemas.openxmlformats.org/drawingml/2006/main" l="0" t="-4508" r="0" b="20714"/>
          <a:stretch xmlns:a="http://schemas.openxmlformats.org/drawingml/2006/main"/>
        </p:blipFill>
        <p:spPr>
          <a:xfrm xmlns:a="http://schemas.openxmlformats.org/drawingml/2006/main">
            <a:off x="1282600" y="1389233"/>
            <a:ext cx="2224260" cy="2040800"/>
          </a:xfrm>
          <a:prstGeom xmlns:a="http://schemas.openxmlformats.org/drawingml/2006/main" prst="rect">
            <a:avLst/>
          </a:prstGeom>
        </p:spPr>
      </p:pic>
      <p:sp>
        <p:nvSpPr>
          <p:cNvPr id="100" name="Google Shape;100;p17">
            <a:extLst xmlns:a="http://schemas.openxmlformats.org/drawingml/2006/main">
              <a:ext uri="{FF2B5EF4-FFF2-40B4-BE49-F238E27FC236}">
                <a16:creationId xmlns:a16="http://schemas.microsoft.com/office/drawing/2014/main" id="{C411CC83-AE72-4DEA-B860-546331F4803A}"/>
              </a:ext>
            </a:extLst>
          </p:cNvPr>
          <p:cNvSpPr>
            <a:spLocks xmlns:a="http://schemas.openxmlformats.org/drawingml/2006/main" noGrp="1"/>
          </p:cNvSpPr>
          <p:nvPr/>
        </p:nvSpPr>
        <p:spPr>
          <a:xfrm xmlns:a="http://schemas.openxmlformats.org/drawingml/2006/main">
            <a:off x="10212367" y="0"/>
            <a:ext cx="2172900" cy="73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21900" tIns="121900" rIns="121900" bIns="121900" anchor="t">
            <a:noAutofit/>
          </a:bodyPr>
          <a:lstStyle xmlns:a="http://schemas.openxmlformats.org/drawingml/2006/main"/>
          <a:p xmlns:a="http://schemas.openxmlformats.org/drawingml/2006/main">
            <a:pPr marL="0" indent="0" algn="l">
              <a:spcBef>
                <a:spcPts val="0"/>
              </a:spcBef>
              <a:spcAft>
                <a:spcPts val="0"/>
              </a:spcAft>
              <a:buNone/>
            </a:pPr>
            <a:r>
              <a:rPr sz="1900" b="1">
                <a:solidFill>
                  <a:srgbClr val="FF0000"/>
                </a:solidFill>
              </a:rPr>
              <a:t>May 2026</a:t>
            </a:r>
          </a:p>
        </p:txBody>
      </p:sp>
      <p:sp>
        <p:nvSpPr>
          <p:cNvPr id="101" name="Google Shape;101;p17">
            <a:extLst xmlns:a="http://schemas.openxmlformats.org/drawingml/2006/main">
              <a:ext uri="{FF2B5EF4-FFF2-40B4-BE49-F238E27FC236}">
                <a16:creationId xmlns:a16="http://schemas.microsoft.com/office/drawing/2014/main" id="{BC58E2FD-E1C8-4DC4-B666-1EBBB26C2EE1}"/>
              </a:ext>
            </a:extLst>
          </p:cNvPr>
          <p:cNvSpPr>
            <a:spLocks xmlns:a="http://schemas.openxmlformats.org/drawingml/2006/main" noGrp="1"/>
          </p:cNvSpPr>
          <p:nvPr/>
        </p:nvSpPr>
        <p:spPr>
          <a:xfrm xmlns:a="http://schemas.openxmlformats.org/drawingml/2006/main">
            <a:off x="31900" y="0"/>
            <a:ext cx="7032000" cy="53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21900" tIns="121900" rIns="121900" bIns="121900" anchor="t">
            <a:noAutofit/>
          </a:bodyPr>
          <a:lstStyle xmlns:a="http://schemas.openxmlformats.org/drawingml/2006/main"/>
          <a:p xmlns:a="http://schemas.openxmlformats.org/drawingml/2006/main">
            <a:pPr marL="0" indent="0" algn="l">
              <a:spcBef>
                <a:spcPts val="0"/>
              </a:spcBef>
              <a:spcAft>
                <a:spcPts val="0"/>
              </a:spcAft>
              <a:buNone/>
            </a:pPr>
            <a:r>
              <a:rPr sz="1900" b="1">
                <a:solidFill>
                  <a:srgbClr val="FF0000"/>
                </a:solidFill>
              </a:rPr>
              <a:t>Advisor: Prof. Vineeth N Balasubramanian</a:t>
            </a:r>
          </a:p>
        </p:txBody>
      </p:sp>
      <p:sp>
        <p:nvSpPr>
          <p:cNvPr id="102" name="Google Shape;102;p17">
            <a:extLst xmlns:a="http://schemas.openxmlformats.org/drawingml/2006/main">
              <a:ext uri="{FF2B5EF4-FFF2-40B4-BE49-F238E27FC236}">
                <a16:creationId xmlns:a16="http://schemas.microsoft.com/office/drawing/2014/main" id="{2D2DA681-4CFB-4A8B-B0FF-20C128908DF5}"/>
              </a:ext>
            </a:extLst>
          </p:cNvPr>
          <p:cNvSpPr>
            <a:spLocks xmlns:a="http://schemas.openxmlformats.org/drawingml/2006/main" noGrp="1"/>
          </p:cNvSpPr>
          <p:nvPr/>
        </p:nvSpPr>
        <p:spPr>
          <a:xfrm xmlns:a="http://schemas.openxmlformats.org/drawingml/2006/main">
            <a:off x="5574067" y="4130650"/>
            <a:ext cx="2479200" cy="4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21900" tIns="121900" rIns="121900" bIns="121900" anchor="t">
            <a:noAutofit/>
          </a:bodyPr>
          <a:lstStyle xmlns:a="http://schemas.openxmlformats.org/drawingml/2006/main"/>
          <a:p xmlns:a="http://schemas.openxmlformats.org/drawingml/2006/main">
            <a:pPr marL="0" indent="0" algn="l">
              <a:spcBef>
                <a:spcPts val="0"/>
              </a:spcBef>
              <a:spcAft>
                <a:spcPts val="0"/>
              </a:spcAft>
              <a:buNone/>
            </a:pPr>
            <a:r>
              <a:rPr sz="1900" b="1">
                <a:solidFill>
                  <a:srgbClr val="FF0000"/>
                </a:solidFill>
              </a:rPr>
              <a:t>Presented By</a:t>
            </a:r>
          </a:p>
        </p:txBody>
      </p:sp>
    </p:spTree>
    <p:extLst>
      <p:ext uri="{BB962C8B-B14F-4D97-AF65-F5344CB8AC3E}">
        <p14:creationId xmlns:p14="http://schemas.microsoft.com/office/powerpoint/2010/main" val="7248308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107;p18"/>
          <p:cNvPicPr>
            <a:picLocks xmlns:a="http://schemas.openxmlformats.org/drawingml/2006/main" noChangeAspect="1"/>
          </p:cNvPicPr>
          <p:nvPr/>
        </p:nvPicPr>
        <p:blipFill>
          <a:blip xmlns:r="http://schemas.openxmlformats.org/officeDocument/2006/relationships" xmlns:a="http://schemas.openxmlformats.org/drawingml/2006/main" r:embed="Raf86917e23004349"/>
          <a:srcRect xmlns:a="http://schemas.openxmlformats.org/drawingml/2006/main" l="15294" t="0" r="15294" b="0"/>
          <a:stretch xmlns:a="http://schemas.openxmlformats.org/drawingml/2006/main">
            <a:fillRect l="0" t="0" r="0" b="0"/>
          </a:stretch>
        </p:blipFill>
        <p:spPr>
          <a:xfrm xmlns:a="http://schemas.openxmlformats.org/drawingml/2006/main">
            <a:off x="6334125" y="1757362"/>
            <a:ext cx="5286375" cy="4286250"/>
          </a:xfrm>
          <a:prstGeom xmlns:a="http://schemas.openxmlformats.org/drawingml/2006/main" prst="rect">
            <a:avLst/>
          </a:prstGeom>
        </p:spPr>
      </p:pic>
      <p:sp>
        <p:nvSpPr>
          <p:cNvPr id="108" name="Google Shape;108;p18">
            <a:extLst xmlns:a="http://schemas.openxmlformats.org/drawingml/2006/main">
              <a:ext uri="{FF2B5EF4-FFF2-40B4-BE49-F238E27FC236}">
                <a16:creationId xmlns:a16="http://schemas.microsoft.com/office/drawing/2014/main" id="{586AB664-F073-4925-A1DB-F4EEEAC764F3}"/>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Semantic Retrieval Is the Harder Black Box</a:t>
            </a:r>
          </a:p>
        </p:txBody>
      </p:sp>
      <p:sp>
        <p:nvSpPr>
          <p:cNvPr id="109" name="Google Shape;109;p18">
            <a:extLst xmlns:a="http://schemas.openxmlformats.org/drawingml/2006/main">
              <a:ext uri="{FF2B5EF4-FFF2-40B4-BE49-F238E27FC236}">
                <a16:creationId xmlns:a16="http://schemas.microsoft.com/office/drawing/2014/main" id="{9FE4E24E-029C-4BEE-87A4-88881E287734}"/>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10" name="Google Shape;110;p18">
            <a:extLst xmlns:a="http://schemas.openxmlformats.org/drawingml/2006/main">
              <a:ext uri="{FF2B5EF4-FFF2-40B4-BE49-F238E27FC236}">
                <a16:creationId xmlns:a16="http://schemas.microsoft.com/office/drawing/2014/main" id="{0E334143-DBF4-4A02-9ABE-D9BFF47E2D9A}"/>
              </a:ext>
            </a:extLst>
          </p:cNvPr>
          <p:cNvSpPr>
            <a:spLocks xmlns:a="http://schemas.openxmlformats.org/drawingml/2006/main" noGrp="1"/>
          </p:cNvSpPr>
          <p:nvPr/>
        </p:nvSpPr>
        <p:spPr>
          <a:xfrm xmlns:a="http://schemas.openxmlformats.org/drawingml/2006/main">
            <a:off x="571500" y="2395537"/>
            <a:ext cx="5550693"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2100" b="0" i="0" u="none" cap="none">
                <a:solidFill>
                  <a:srgbClr val="C2410C"/>
                </a:solidFill>
                <a:latin typeface="Merriweather"/>
                <a:ea typeface="Merriweather"/>
                <a:cs typeface="Merriweather"/>
              </a:rPr>
              <a:t>Accuracy Still Hides Mechanism</a:t>
            </a:r>
          </a:p>
        </p:txBody>
      </p:sp>
      <p:sp>
        <p:nvSpPr>
          <p:cNvPr id="112" name="Google Shape;112;p18">
            <a:extLst xmlns:a="http://schemas.openxmlformats.org/drawingml/2006/main">
              <a:ext uri="{FF2B5EF4-FFF2-40B4-BE49-F238E27FC236}">
                <a16:creationId xmlns:a16="http://schemas.microsoft.com/office/drawing/2014/main" id="{2C688FA2-BA43-4920-AAFD-F35632295A80}"/>
              </a:ext>
            </a:extLst>
          </p:cNvPr>
          <p:cNvSpPr>
            <a:spLocks xmlns:a="http://schemas.openxmlformats.org/drawingml/2006/main" noGrp="1"/>
          </p:cNvSpPr>
          <p:nvPr/>
        </p:nvSpPr>
        <p:spPr>
          <a:xfrm xmlns:a="http://schemas.openxmlformats.org/drawingml/2006/main">
            <a:off x="704850" y="2890837"/>
            <a:ext cx="104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500" b="0" i="0" u="none" cap="none">
                <a:solidFill>
                  <a:srgbClr val="4B5563"/>
                </a:solidFill>
                <a:latin typeface="Inter"/>
                <a:ea typeface="Inter"/>
                <a:cs typeface="Inter"/>
              </a:rPr>
              <a:t>•</a:t>
            </a:r>
          </a:p>
        </p:txBody>
      </p:sp>
      <p:sp>
        <p:nvSpPr>
          <p:cNvPr id="113" name="Google Shape;113;p18">
            <a:extLst xmlns:a="http://schemas.openxmlformats.org/drawingml/2006/main">
              <a:ext uri="{FF2B5EF4-FFF2-40B4-BE49-F238E27FC236}">
                <a16:creationId xmlns:a16="http://schemas.microsoft.com/office/drawing/2014/main" id="{153A9A48-BF34-4653-801A-051CBDEE6FD6}"/>
              </a:ext>
            </a:extLst>
          </p:cNvPr>
          <p:cNvSpPr>
            <a:spLocks xmlns:a="http://schemas.openxmlformats.org/drawingml/2006/main" noGrp="1"/>
          </p:cNvSpPr>
          <p:nvPr/>
        </p:nvSpPr>
        <p:spPr>
          <a:xfrm xmlns:a="http://schemas.openxmlformats.org/drawingml/2006/main">
            <a:off x="809625" y="2890837"/>
            <a:ext cx="504825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4775"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0" i="0" u="none" cap="none">
                <a:solidFill>
                  <a:srgbClr val="4B5563"/>
                </a:solidFill>
                <a:latin typeface="Inter"/>
                <a:ea typeface="Inter"/>
                <a:cs typeface="Inter"/>
              </a:rPr>
              <a:t>The previous work mapped heads for literal long-context copying.</a:t>
            </a:r>
          </a:p>
        </p:txBody>
      </p:sp>
      <p:sp>
        <p:nvSpPr>
          <p:cNvPr id="114" name="Google Shape;114;p18">
            <a:extLst xmlns:a="http://schemas.openxmlformats.org/drawingml/2006/main">
              <a:ext uri="{FF2B5EF4-FFF2-40B4-BE49-F238E27FC236}">
                <a16:creationId xmlns:a16="http://schemas.microsoft.com/office/drawing/2014/main" id="{A017B7CA-88FC-4637-B2F2-A5E3FD51CFDE}"/>
              </a:ext>
            </a:extLst>
          </p:cNvPr>
          <p:cNvSpPr>
            <a:spLocks xmlns:a="http://schemas.openxmlformats.org/drawingml/2006/main" noGrp="1"/>
          </p:cNvSpPr>
          <p:nvPr/>
        </p:nvSpPr>
        <p:spPr>
          <a:xfrm xmlns:a="http://schemas.openxmlformats.org/drawingml/2006/main">
            <a:off x="704850" y="3614737"/>
            <a:ext cx="104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500" b="0" i="0" u="none" cap="none">
                <a:solidFill>
                  <a:srgbClr val="4B5563"/>
                </a:solidFill>
                <a:latin typeface="Inter"/>
                <a:ea typeface="Inter"/>
                <a:cs typeface="Inter"/>
              </a:rPr>
              <a:t>•</a:t>
            </a:r>
          </a:p>
        </p:txBody>
      </p:sp>
      <p:sp>
        <p:nvSpPr>
          <p:cNvPr id="115" name="Google Shape;115;p18">
            <a:extLst xmlns:a="http://schemas.openxmlformats.org/drawingml/2006/main">
              <a:ext uri="{FF2B5EF4-FFF2-40B4-BE49-F238E27FC236}">
                <a16:creationId xmlns:a16="http://schemas.microsoft.com/office/drawing/2014/main" id="{E5A3BBA5-1DB2-40BB-8BE4-91818953A14E}"/>
              </a:ext>
            </a:extLst>
          </p:cNvPr>
          <p:cNvSpPr>
            <a:spLocks xmlns:a="http://schemas.openxmlformats.org/drawingml/2006/main" noGrp="1"/>
          </p:cNvSpPr>
          <p:nvPr/>
        </p:nvSpPr>
        <p:spPr>
          <a:xfrm xmlns:a="http://schemas.openxmlformats.org/drawingml/2006/main">
            <a:off x="809625" y="3614737"/>
            <a:ext cx="504825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4775"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The new task asks through aliases, paraphrases, relations, and distractors.</a:t>
            </a:r>
          </a:p>
        </p:txBody>
      </p:sp>
      <p:sp>
        <p:nvSpPr>
          <p:cNvPr id="116" name="Google Shape;116;p18">
            <a:extLst xmlns:a="http://schemas.openxmlformats.org/drawingml/2006/main">
              <a:ext uri="{FF2B5EF4-FFF2-40B4-BE49-F238E27FC236}">
                <a16:creationId xmlns:a16="http://schemas.microsoft.com/office/drawing/2014/main" id="{643CEFA4-64DC-406C-82D2-9E5EC228766D}"/>
              </a:ext>
            </a:extLst>
          </p:cNvPr>
          <p:cNvSpPr>
            <a:spLocks xmlns:a="http://schemas.openxmlformats.org/drawingml/2006/main" noGrp="1"/>
          </p:cNvSpPr>
          <p:nvPr/>
        </p:nvSpPr>
        <p:spPr>
          <a:xfrm xmlns:a="http://schemas.openxmlformats.org/drawingml/2006/main">
            <a:off x="704850" y="4338637"/>
            <a:ext cx="104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500" b="0" i="0" u="none" cap="none">
                <a:solidFill>
                  <a:srgbClr val="4B5563"/>
                </a:solidFill>
                <a:latin typeface="Inter"/>
                <a:ea typeface="Inter"/>
                <a:cs typeface="Inter"/>
              </a:rPr>
              <a:t>•</a:t>
            </a:r>
          </a:p>
        </p:txBody>
      </p:sp>
      <p:sp>
        <p:nvSpPr>
          <p:cNvPr id="117" name="Google Shape;117;p18">
            <a:extLst xmlns:a="http://schemas.openxmlformats.org/drawingml/2006/main">
              <a:ext uri="{FF2B5EF4-FFF2-40B4-BE49-F238E27FC236}">
                <a16:creationId xmlns:a16="http://schemas.microsoft.com/office/drawing/2014/main" id="{ED12F58B-D0A3-4DB7-B344-2158907775DB}"/>
              </a:ext>
            </a:extLst>
          </p:cNvPr>
          <p:cNvSpPr>
            <a:spLocks xmlns:a="http://schemas.openxmlformats.org/drawingml/2006/main" noGrp="1"/>
          </p:cNvSpPr>
          <p:nvPr/>
        </p:nvSpPr>
        <p:spPr>
          <a:xfrm xmlns:a="http://schemas.openxmlformats.org/drawingml/2006/main">
            <a:off x="809625" y="4338637"/>
            <a:ext cx="504825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4775"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Research question: which heads carry answer identity, and which heads only support retrieval?</a:t>
            </a:r>
          </a:p>
        </p:txBody>
      </p:sp>
    </p:spTree>
    <p:extLst>
      <p:ext uri="{BB962C8B-B14F-4D97-AF65-F5344CB8AC3E}">
        <p14:creationId xmlns:p14="http://schemas.microsoft.com/office/powerpoint/2010/main" val="9352909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306;p32"/>
          <p:cNvPicPr>
            <a:picLocks xmlns:a="http://schemas.openxmlformats.org/drawingml/2006/main" noChangeAspect="1"/>
          </p:cNvPicPr>
          <p:nvPr/>
        </p:nvPicPr>
        <p:blipFill>
          <a:blip xmlns:r="http://schemas.openxmlformats.org/officeDocument/2006/relationships" xmlns:a="http://schemas.openxmlformats.org/drawingml/2006/main" r:embed="R5f96cc86547947d7"/>
          <a:srcRect xmlns:a="http://schemas.openxmlformats.org/drawingml/2006/main" l="0" t="0" r="0" b="0"/>
          <a:stretch xmlns:a="http://schemas.openxmlformats.org/drawingml/2006/main"/>
        </p:blipFill>
        <p:spPr>
          <a:xfrm xmlns:a="http://schemas.openxmlformats.org/drawingml/2006/main">
            <a:off x="571500" y="1419225"/>
            <a:ext cx="3492549" cy="4962525"/>
          </a:xfrm>
          <a:prstGeom xmlns:a="http://schemas.openxmlformats.org/drawingml/2006/main" prst="rect">
            <a:avLst/>
          </a:prstGeom>
        </p:spPr>
      </p:pic>
      <p:pic>
        <p:nvPicPr>
          <p:cNvPr id="2" name="Google Shape;307;p32"/>
          <p:cNvPicPr>
            <a:picLocks xmlns:a="http://schemas.openxmlformats.org/drawingml/2006/main" noChangeAspect="1"/>
          </p:cNvPicPr>
          <p:nvPr/>
        </p:nvPicPr>
        <p:blipFill>
          <a:blip xmlns:r="http://schemas.openxmlformats.org/officeDocument/2006/relationships" xmlns:a="http://schemas.openxmlformats.org/drawingml/2006/main" r:embed="Rbd87c3ede37a4f8f"/>
          <a:srcRect xmlns:a="http://schemas.openxmlformats.org/drawingml/2006/main" l="0" t="0" r="0" b="0"/>
          <a:stretch xmlns:a="http://schemas.openxmlformats.org/drawingml/2006/main"/>
        </p:blipFill>
        <p:spPr>
          <a:xfrm xmlns:a="http://schemas.openxmlformats.org/drawingml/2006/main">
            <a:off x="4349799" y="1419225"/>
            <a:ext cx="3492549" cy="4962525"/>
          </a:xfrm>
          <a:prstGeom xmlns:a="http://schemas.openxmlformats.org/drawingml/2006/main" prst="rect">
            <a:avLst/>
          </a:prstGeom>
        </p:spPr>
      </p:pic>
      <p:pic>
        <p:nvPicPr>
          <p:cNvPr id="3" name="Google Shape;308;p32"/>
          <p:cNvPicPr>
            <a:picLocks xmlns:a="http://schemas.openxmlformats.org/drawingml/2006/main" noChangeAspect="1"/>
          </p:cNvPicPr>
          <p:nvPr/>
        </p:nvPicPr>
        <p:blipFill>
          <a:blip xmlns:r="http://schemas.openxmlformats.org/officeDocument/2006/relationships" xmlns:a="http://schemas.openxmlformats.org/drawingml/2006/main" r:embed="Rb3449752963d47d4"/>
          <a:srcRect xmlns:a="http://schemas.openxmlformats.org/drawingml/2006/main" l="0" t="0" r="0" b="0"/>
          <a:stretch xmlns:a="http://schemas.openxmlformats.org/drawingml/2006/main"/>
        </p:blipFill>
        <p:spPr>
          <a:xfrm xmlns:a="http://schemas.openxmlformats.org/drawingml/2006/main">
            <a:off x="8128099" y="1419225"/>
            <a:ext cx="3492549" cy="4962525"/>
          </a:xfrm>
          <a:prstGeom xmlns:a="http://schemas.openxmlformats.org/drawingml/2006/main" prst="rect">
            <a:avLst/>
          </a:prstGeom>
        </p:spPr>
      </p:pic>
      <p:sp>
        <p:nvSpPr>
          <p:cNvPr id="309" name="Google Shape;309;p32">
            <a:extLst xmlns:a="http://schemas.openxmlformats.org/drawingml/2006/main">
              <a:ext uri="{FF2B5EF4-FFF2-40B4-BE49-F238E27FC236}">
                <a16:creationId xmlns:a16="http://schemas.microsoft.com/office/drawing/2014/main" id="{F9C4CA2D-2512-4531-BA98-95AEF5174A2C}"/>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Previous Submission: What Was Already Established</a:t>
            </a:r>
          </a:p>
        </p:txBody>
      </p:sp>
      <p:sp>
        <p:nvSpPr>
          <p:cNvPr id="310" name="Google Shape;310;p32">
            <a:extLst xmlns:a="http://schemas.openxmlformats.org/drawingml/2006/main">
              <a:ext uri="{FF2B5EF4-FFF2-40B4-BE49-F238E27FC236}">
                <a16:creationId xmlns:a16="http://schemas.microsoft.com/office/drawing/2014/main" id="{FC32593E-F963-472D-86BD-FDBDE6430CFA}"/>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311" name="Google Shape;311;p32"/>
          <p:cNvPicPr>
            <a:picLocks xmlns:a="http://schemas.openxmlformats.org/drawingml/2006/main" noChangeAspect="1"/>
          </p:cNvPicPr>
          <p:nvPr/>
        </p:nvPicPr>
        <p:blipFill>
          <a:blip xmlns:r="http://schemas.openxmlformats.org/officeDocument/2006/relationships" xmlns:a="http://schemas.openxmlformats.org/drawingml/2006/main" r:embed="Rcb4daa2136044297"/>
          <a:srcRect xmlns:a="http://schemas.openxmlformats.org/drawingml/2006/main" l="0" t="0" r="0" b="0"/>
          <a:stretch xmlns:a="http://schemas.openxmlformats.org/drawingml/2006/main"/>
        </p:blipFill>
        <p:spPr>
          <a:xfrm xmlns:a="http://schemas.openxmlformats.org/drawingml/2006/main">
            <a:off x="1889075" y="1714500"/>
            <a:ext cx="857250" cy="857250"/>
          </a:xfrm>
          <a:prstGeom xmlns:a="http://schemas.openxmlformats.org/drawingml/2006/main" prst="rect">
            <a:avLst/>
          </a:prstGeom>
        </p:spPr>
      </p:pic>
      <p:sp>
        <p:nvSpPr>
          <p:cNvPr id="312" name="Google Shape;312;p32">
            <a:extLst xmlns:a="http://schemas.openxmlformats.org/drawingml/2006/main">
              <a:ext uri="{FF2B5EF4-FFF2-40B4-BE49-F238E27FC236}">
                <a16:creationId xmlns:a16="http://schemas.microsoft.com/office/drawing/2014/main" id="{F4CBA9DF-EC16-4E53-91C4-27D1BCE60E7B}"/>
              </a:ext>
            </a:extLst>
          </p:cNvPr>
          <p:cNvSpPr>
            <a:spLocks xmlns:a="http://schemas.openxmlformats.org/drawingml/2006/main" noGrp="1"/>
          </p:cNvSpPr>
          <p:nvPr/>
        </p:nvSpPr>
        <p:spPr>
          <a:xfrm xmlns:a="http://schemas.openxmlformats.org/drawingml/2006/main">
            <a:off x="1707624" y="2762250"/>
            <a:ext cx="1220152"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Mapping</a:t>
            </a:r>
          </a:p>
        </p:txBody>
      </p:sp>
      <p:sp>
        <p:nvSpPr>
          <p:cNvPr id="313" name="Google Shape;313;p32">
            <a:extLst xmlns:a="http://schemas.openxmlformats.org/drawingml/2006/main">
              <a:ext uri="{FF2B5EF4-FFF2-40B4-BE49-F238E27FC236}">
                <a16:creationId xmlns:a16="http://schemas.microsoft.com/office/drawing/2014/main" id="{A9B61CA9-AD01-46D7-8C44-ECF4E81E6B61}"/>
              </a:ext>
            </a:extLst>
          </p:cNvPr>
          <p:cNvSpPr>
            <a:spLocks xmlns:a="http://schemas.openxmlformats.org/drawingml/2006/main" noGrp="1"/>
          </p:cNvSpPr>
          <p:nvPr/>
        </p:nvSpPr>
        <p:spPr>
          <a:xfrm xmlns:a="http://schemas.openxmlformats.org/drawingml/2006/main">
            <a:off x="1041350" y="3438525"/>
            <a:ext cx="2552700" cy="9143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0" i="0" u="none" cap="none">
                <a:solidFill>
                  <a:srgbClr val="4B5563"/>
                </a:solidFill>
                <a:latin typeface="Inter"/>
                <a:ea typeface="Inter"/>
                <a:cs typeface="Inter"/>
              </a:rPr>
              <a:t>Sparse retrieval activity concentrated in later layers, especially 19-23.</a:t>
            </a:r>
          </a:p>
        </p:txBody>
      </p:sp>
      <p:pic>
        <p:nvPicPr>
          <p:cNvPr id="314" name="Google Shape;314;p32"/>
          <p:cNvPicPr>
            <a:picLocks xmlns:a="http://schemas.openxmlformats.org/drawingml/2006/main" noChangeAspect="1"/>
          </p:cNvPicPr>
          <p:nvPr/>
        </p:nvPicPr>
        <p:blipFill>
          <a:blip xmlns:r="http://schemas.openxmlformats.org/officeDocument/2006/relationships" xmlns:a="http://schemas.openxmlformats.org/drawingml/2006/main" r:embed="R7ff19678d9314c04"/>
          <a:srcRect xmlns:a="http://schemas.openxmlformats.org/drawingml/2006/main" l="0" t="0" r="0" b="0"/>
          <a:stretch xmlns:a="http://schemas.openxmlformats.org/drawingml/2006/main"/>
        </p:blipFill>
        <p:spPr>
          <a:xfrm xmlns:a="http://schemas.openxmlformats.org/drawingml/2006/main">
            <a:off x="5667375" y="1714500"/>
            <a:ext cx="857250" cy="857250"/>
          </a:xfrm>
          <a:prstGeom xmlns:a="http://schemas.openxmlformats.org/drawingml/2006/main" prst="rect">
            <a:avLst/>
          </a:prstGeom>
        </p:spPr>
      </p:pic>
      <p:sp>
        <p:nvSpPr>
          <p:cNvPr id="315" name="Google Shape;315;p32">
            <a:extLst xmlns:a="http://schemas.openxmlformats.org/drawingml/2006/main">
              <a:ext uri="{FF2B5EF4-FFF2-40B4-BE49-F238E27FC236}">
                <a16:creationId xmlns:a16="http://schemas.microsoft.com/office/drawing/2014/main" id="{EBA7745E-DCD3-4888-8DEA-74A029BA9EFA}"/>
              </a:ext>
            </a:extLst>
          </p:cNvPr>
          <p:cNvSpPr>
            <a:spLocks xmlns:a="http://schemas.openxmlformats.org/drawingml/2006/main" noGrp="1"/>
          </p:cNvSpPr>
          <p:nvPr/>
        </p:nvSpPr>
        <p:spPr>
          <a:xfrm xmlns:a="http://schemas.openxmlformats.org/drawingml/2006/main">
            <a:off x="5445918" y="2762250"/>
            <a:ext cx="1300162"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Necessity</a:t>
            </a:r>
          </a:p>
        </p:txBody>
      </p:sp>
      <p:sp>
        <p:nvSpPr>
          <p:cNvPr id="316" name="Google Shape;316;p32">
            <a:extLst xmlns:a="http://schemas.openxmlformats.org/drawingml/2006/main">
              <a:ext uri="{FF2B5EF4-FFF2-40B4-BE49-F238E27FC236}">
                <a16:creationId xmlns:a16="http://schemas.microsoft.com/office/drawing/2014/main" id="{258C1149-9CED-4F90-8C0D-82654BB00ED0}"/>
              </a:ext>
            </a:extLst>
          </p:cNvPr>
          <p:cNvSpPr>
            <a:spLocks xmlns:a="http://schemas.openxmlformats.org/drawingml/2006/main" noGrp="1"/>
          </p:cNvSpPr>
          <p:nvPr/>
        </p:nvSpPr>
        <p:spPr>
          <a:xfrm xmlns:a="http://schemas.openxmlformats.org/drawingml/2006/main">
            <a:off x="4645074" y="3438525"/>
            <a:ext cx="2901999"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1" i="0" u="none" cap="none">
                <a:solidFill>
                  <a:srgbClr val="4B5563"/>
                </a:solidFill>
                <a:latin typeface="Inter"/>
                <a:ea typeface="Inter"/>
                <a:cs typeface="Inter"/>
              </a:rPr>
              <a:t>Targeted ablation showed the suspect heads were causal for long-range retrieval.</a:t>
            </a:r>
          </a:p>
        </p:txBody>
      </p:sp>
      <p:pic>
        <p:nvPicPr>
          <p:cNvPr id="317" name="Google Shape;317;p32"/>
          <p:cNvPicPr>
            <a:picLocks xmlns:a="http://schemas.openxmlformats.org/drawingml/2006/main" noChangeAspect="1"/>
          </p:cNvPicPr>
          <p:nvPr/>
        </p:nvPicPr>
        <p:blipFill>
          <a:blip xmlns:r="http://schemas.openxmlformats.org/officeDocument/2006/relationships" xmlns:a="http://schemas.openxmlformats.org/drawingml/2006/main" r:embed="R1d8937442f3546bc"/>
          <a:srcRect xmlns:a="http://schemas.openxmlformats.org/drawingml/2006/main" l="0" t="0" r="0" b="0"/>
          <a:stretch xmlns:a="http://schemas.openxmlformats.org/drawingml/2006/main"/>
        </p:blipFill>
        <p:spPr>
          <a:xfrm xmlns:a="http://schemas.openxmlformats.org/drawingml/2006/main">
            <a:off x="9445674" y="1714500"/>
            <a:ext cx="857250" cy="857250"/>
          </a:xfrm>
          <a:prstGeom xmlns:a="http://schemas.openxmlformats.org/drawingml/2006/main" prst="rect">
            <a:avLst/>
          </a:prstGeom>
        </p:spPr>
      </p:pic>
      <p:sp>
        <p:nvSpPr>
          <p:cNvPr id="318" name="Google Shape;318;p32">
            <a:extLst xmlns:a="http://schemas.openxmlformats.org/drawingml/2006/main">
              <a:ext uri="{FF2B5EF4-FFF2-40B4-BE49-F238E27FC236}">
                <a16:creationId xmlns:a16="http://schemas.microsoft.com/office/drawing/2014/main" id="{8DA5A650-A9D0-45FE-9710-61E8300CA0D9}"/>
              </a:ext>
            </a:extLst>
          </p:cNvPr>
          <p:cNvSpPr>
            <a:spLocks xmlns:a="http://schemas.openxmlformats.org/drawingml/2006/main" noGrp="1"/>
          </p:cNvSpPr>
          <p:nvPr/>
        </p:nvSpPr>
        <p:spPr>
          <a:xfrm xmlns:a="http://schemas.openxmlformats.org/drawingml/2006/main">
            <a:off x="9109203" y="2762250"/>
            <a:ext cx="1530191"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Sufficiency</a:t>
            </a:r>
          </a:p>
        </p:txBody>
      </p:sp>
      <p:sp>
        <p:nvSpPr>
          <p:cNvPr id="319" name="Google Shape;319;p32">
            <a:extLst xmlns:a="http://schemas.openxmlformats.org/drawingml/2006/main">
              <a:ext uri="{FF2B5EF4-FFF2-40B4-BE49-F238E27FC236}">
                <a16:creationId xmlns:a16="http://schemas.microsoft.com/office/drawing/2014/main" id="{985AD36F-A761-4BD5-8D29-D07F4696E8AA}"/>
              </a:ext>
            </a:extLst>
          </p:cNvPr>
          <p:cNvSpPr>
            <a:spLocks xmlns:a="http://schemas.openxmlformats.org/drawingml/2006/main" noGrp="1"/>
          </p:cNvSpPr>
          <p:nvPr/>
        </p:nvSpPr>
        <p:spPr>
          <a:xfrm xmlns:a="http://schemas.openxmlformats.org/drawingml/2006/main">
            <a:off x="8423374" y="3438525"/>
            <a:ext cx="2901999" cy="12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1" i="0" u="none" cap="none">
                <a:solidFill>
                  <a:srgbClr val="4B5563"/>
                </a:solidFill>
                <a:latin typeface="Inter"/>
                <a:ea typeface="Inter"/>
                <a:cs typeface="Inter"/>
              </a:rPr>
              <a:t>Patching revealed redundancy: answer information was broader than the first shortlist.</a:t>
            </a:r>
          </a:p>
        </p:txBody>
      </p:sp>
      <p:pic>
        <p:nvPicPr>
          <p:cNvPr id="320" name="Google Shape;320;p32"/>
          <p:cNvPicPr>
            <a:picLocks xmlns:a="http://schemas.openxmlformats.org/drawingml/2006/main" noChangeAspect="1"/>
          </p:cNvPicPr>
          <p:nvPr/>
        </p:nvPicPr>
        <p:blipFill>
          <a:blip xmlns:r="http://schemas.openxmlformats.org/officeDocument/2006/relationships" xmlns:a="http://schemas.openxmlformats.org/drawingml/2006/main" r:embed="R96d604cc7c504a45"/>
          <a:srcRect xmlns:a="http://schemas.openxmlformats.org/drawingml/2006/main" l="0" t="0" r="0" b="0"/>
          <a:stretch xmlns:a="http://schemas.openxmlformats.org/drawingml/2006/main"/>
        </p:blipFill>
        <p:spPr>
          <a:xfrm xmlns:a="http://schemas.openxmlformats.org/drawingml/2006/main">
            <a:off x="2089100" y="1914525"/>
            <a:ext cx="457200" cy="457200"/>
          </a:xfrm>
          <a:prstGeom xmlns:a="http://schemas.openxmlformats.org/drawingml/2006/main" prst="rect">
            <a:avLst/>
          </a:prstGeom>
        </p:spPr>
      </p:pic>
      <p:pic>
        <p:nvPicPr>
          <p:cNvPr id="321" name="Google Shape;321;p32"/>
          <p:cNvPicPr>
            <a:picLocks xmlns:a="http://schemas.openxmlformats.org/drawingml/2006/main" noChangeAspect="1"/>
          </p:cNvPicPr>
          <p:nvPr/>
        </p:nvPicPr>
        <p:blipFill>
          <a:blip xmlns:r="http://schemas.openxmlformats.org/officeDocument/2006/relationships" xmlns:a="http://schemas.openxmlformats.org/drawingml/2006/main" r:embed="Re76ff1cc83e447d3"/>
          <a:srcRect xmlns:a="http://schemas.openxmlformats.org/drawingml/2006/main" l="0" t="0" r="0" b="0"/>
          <a:stretch xmlns:a="http://schemas.openxmlformats.org/drawingml/2006/main"/>
        </p:blipFill>
        <p:spPr>
          <a:xfrm xmlns:a="http://schemas.openxmlformats.org/drawingml/2006/main">
            <a:off x="5810250" y="1914525"/>
            <a:ext cx="571500" cy="457200"/>
          </a:xfrm>
          <a:prstGeom xmlns:a="http://schemas.openxmlformats.org/drawingml/2006/main" prst="rect">
            <a:avLst/>
          </a:prstGeom>
        </p:spPr>
      </p:pic>
      <p:pic>
        <p:nvPicPr>
          <p:cNvPr id="322" name="Google Shape;322;p32"/>
          <p:cNvPicPr>
            <a:picLocks xmlns:a="http://schemas.openxmlformats.org/drawingml/2006/main" noChangeAspect="1"/>
          </p:cNvPicPr>
          <p:nvPr/>
        </p:nvPicPr>
        <p:blipFill>
          <a:blip xmlns:r="http://schemas.openxmlformats.org/officeDocument/2006/relationships" xmlns:a="http://schemas.openxmlformats.org/drawingml/2006/main" r:embed="Re280fbba59974e54"/>
          <a:srcRect xmlns:a="http://schemas.openxmlformats.org/drawingml/2006/main" l="0" t="0" r="0" b="0"/>
          <a:stretch xmlns:a="http://schemas.openxmlformats.org/drawingml/2006/main"/>
        </p:blipFill>
        <p:spPr>
          <a:xfrm xmlns:a="http://schemas.openxmlformats.org/drawingml/2006/main">
            <a:off x="9588549" y="1914525"/>
            <a:ext cx="571500" cy="457200"/>
          </a:xfrm>
          <a:prstGeom xmlns:a="http://schemas.openxmlformats.org/drawingml/2006/main" prst="rect">
            <a:avLst/>
          </a:prstGeom>
        </p:spPr>
      </p:pic>
    </p:spTree>
    <p:extLst>
      <p:ext uri="{BB962C8B-B14F-4D97-AF65-F5344CB8AC3E}">
        <p14:creationId xmlns:p14="http://schemas.microsoft.com/office/powerpoint/2010/main" val="12963361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306;p32"/>
          <p:cNvPicPr>
            <a:picLocks xmlns:a="http://schemas.openxmlformats.org/drawingml/2006/main" noChangeAspect="1"/>
          </p:cNvPicPr>
          <p:nvPr/>
        </p:nvPicPr>
        <p:blipFill>
          <a:blip xmlns:r="http://schemas.openxmlformats.org/officeDocument/2006/relationships" xmlns:a="http://schemas.openxmlformats.org/drawingml/2006/main" r:embed="R04e93459f0fc4554"/>
          <a:srcRect xmlns:a="http://schemas.openxmlformats.org/drawingml/2006/main" l="0" t="0" r="0" b="0"/>
          <a:stretch xmlns:a="http://schemas.openxmlformats.org/drawingml/2006/main"/>
        </p:blipFill>
        <p:spPr>
          <a:xfrm xmlns:a="http://schemas.openxmlformats.org/drawingml/2006/main">
            <a:off x="571500" y="1419225"/>
            <a:ext cx="3492549" cy="4962525"/>
          </a:xfrm>
          <a:prstGeom xmlns:a="http://schemas.openxmlformats.org/drawingml/2006/main" prst="rect">
            <a:avLst/>
          </a:prstGeom>
        </p:spPr>
      </p:pic>
      <p:pic>
        <p:nvPicPr>
          <p:cNvPr id="2" name="Google Shape;307;p32"/>
          <p:cNvPicPr>
            <a:picLocks xmlns:a="http://schemas.openxmlformats.org/drawingml/2006/main" noChangeAspect="1"/>
          </p:cNvPicPr>
          <p:nvPr/>
        </p:nvPicPr>
        <p:blipFill>
          <a:blip xmlns:r="http://schemas.openxmlformats.org/officeDocument/2006/relationships" xmlns:a="http://schemas.openxmlformats.org/drawingml/2006/main" r:embed="R9df90a04d1b24be0"/>
          <a:srcRect xmlns:a="http://schemas.openxmlformats.org/drawingml/2006/main" l="0" t="0" r="0" b="0"/>
          <a:stretch xmlns:a="http://schemas.openxmlformats.org/drawingml/2006/main"/>
        </p:blipFill>
        <p:spPr>
          <a:xfrm xmlns:a="http://schemas.openxmlformats.org/drawingml/2006/main">
            <a:off x="4349799" y="1419225"/>
            <a:ext cx="3492549" cy="4962525"/>
          </a:xfrm>
          <a:prstGeom xmlns:a="http://schemas.openxmlformats.org/drawingml/2006/main" prst="rect">
            <a:avLst/>
          </a:prstGeom>
        </p:spPr>
      </p:pic>
      <p:pic>
        <p:nvPicPr>
          <p:cNvPr id="3" name="Google Shape;308;p32"/>
          <p:cNvPicPr>
            <a:picLocks xmlns:a="http://schemas.openxmlformats.org/drawingml/2006/main" noChangeAspect="1"/>
          </p:cNvPicPr>
          <p:nvPr/>
        </p:nvPicPr>
        <p:blipFill>
          <a:blip xmlns:r="http://schemas.openxmlformats.org/officeDocument/2006/relationships" xmlns:a="http://schemas.openxmlformats.org/drawingml/2006/main" r:embed="Rd1db2fc72ad24118"/>
          <a:srcRect xmlns:a="http://schemas.openxmlformats.org/drawingml/2006/main" l="0" t="0" r="0" b="0"/>
          <a:stretch xmlns:a="http://schemas.openxmlformats.org/drawingml/2006/main"/>
        </p:blipFill>
        <p:spPr>
          <a:xfrm xmlns:a="http://schemas.openxmlformats.org/drawingml/2006/main">
            <a:off x="8128099" y="1419225"/>
            <a:ext cx="3492549" cy="4962525"/>
          </a:xfrm>
          <a:prstGeom xmlns:a="http://schemas.openxmlformats.org/drawingml/2006/main" prst="rect">
            <a:avLst/>
          </a:prstGeom>
        </p:spPr>
      </p:pic>
      <p:sp>
        <p:nvSpPr>
          <p:cNvPr id="309" name="Google Shape;309;p32">
            <a:extLst xmlns:a="http://schemas.openxmlformats.org/drawingml/2006/main">
              <a:ext uri="{FF2B5EF4-FFF2-40B4-BE49-F238E27FC236}">
                <a16:creationId xmlns:a16="http://schemas.microsoft.com/office/drawing/2014/main" id="{F9C4CA2D-2512-4531-BA98-95AEF5174A2C}"/>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This Submission: From Head List to Head Roles</a:t>
            </a:r>
          </a:p>
        </p:txBody>
      </p:sp>
      <p:sp>
        <p:nvSpPr>
          <p:cNvPr id="310" name="Google Shape;310;p32">
            <a:extLst xmlns:a="http://schemas.openxmlformats.org/drawingml/2006/main">
              <a:ext uri="{FF2B5EF4-FFF2-40B4-BE49-F238E27FC236}">
                <a16:creationId xmlns:a16="http://schemas.microsoft.com/office/drawing/2014/main" id="{FC32593E-F963-472D-86BD-FDBDE6430CFA}"/>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311" name="Google Shape;311;p32"/>
          <p:cNvPicPr>
            <a:picLocks xmlns:a="http://schemas.openxmlformats.org/drawingml/2006/main" noChangeAspect="1"/>
          </p:cNvPicPr>
          <p:nvPr/>
        </p:nvPicPr>
        <p:blipFill>
          <a:blip xmlns:r="http://schemas.openxmlformats.org/officeDocument/2006/relationships" xmlns:a="http://schemas.openxmlformats.org/drawingml/2006/main" r:embed="Rf012691b1a34483e"/>
          <a:srcRect xmlns:a="http://schemas.openxmlformats.org/drawingml/2006/main" l="0" t="0" r="0" b="0"/>
          <a:stretch xmlns:a="http://schemas.openxmlformats.org/drawingml/2006/main"/>
        </p:blipFill>
        <p:spPr>
          <a:xfrm xmlns:a="http://schemas.openxmlformats.org/drawingml/2006/main">
            <a:off x="1889075" y="1714500"/>
            <a:ext cx="857250" cy="857250"/>
          </a:xfrm>
          <a:prstGeom xmlns:a="http://schemas.openxmlformats.org/drawingml/2006/main" prst="rect">
            <a:avLst/>
          </a:prstGeom>
        </p:spPr>
      </p:pic>
      <p:sp>
        <p:nvSpPr>
          <p:cNvPr id="312" name="Google Shape;312;p32">
            <a:extLst xmlns:a="http://schemas.openxmlformats.org/drawingml/2006/main">
              <a:ext uri="{FF2B5EF4-FFF2-40B4-BE49-F238E27FC236}">
                <a16:creationId xmlns:a16="http://schemas.microsoft.com/office/drawing/2014/main" id="{F4CBA9DF-EC16-4E53-91C4-27D1BCE60E7B}"/>
              </a:ext>
            </a:extLst>
          </p:cNvPr>
          <p:cNvSpPr>
            <a:spLocks xmlns:a="http://schemas.openxmlformats.org/drawingml/2006/main" noGrp="1"/>
          </p:cNvSpPr>
          <p:nvPr/>
        </p:nvSpPr>
        <p:spPr>
          <a:xfrm xmlns:a="http://schemas.openxmlformats.org/drawingml/2006/main">
            <a:off x="1707624" y="2762250"/>
            <a:ext cx="1220152"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Task</a:t>
            </a:r>
          </a:p>
        </p:txBody>
      </p:sp>
      <p:sp>
        <p:nvSpPr>
          <p:cNvPr id="313" name="Google Shape;313;p32">
            <a:extLst xmlns:a="http://schemas.openxmlformats.org/drawingml/2006/main">
              <a:ext uri="{FF2B5EF4-FFF2-40B4-BE49-F238E27FC236}">
                <a16:creationId xmlns:a16="http://schemas.microsoft.com/office/drawing/2014/main" id="{A9B61CA9-AD01-46D7-8C44-ECF4E81E6B61}"/>
              </a:ext>
            </a:extLst>
          </p:cNvPr>
          <p:cNvSpPr>
            <a:spLocks xmlns:a="http://schemas.openxmlformats.org/drawingml/2006/main" noGrp="1"/>
          </p:cNvSpPr>
          <p:nvPr/>
        </p:nvSpPr>
        <p:spPr>
          <a:xfrm xmlns:a="http://schemas.openxmlformats.org/drawingml/2006/main">
            <a:off x="1041350" y="3438525"/>
            <a:ext cx="2552700" cy="9143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0" i="0" u="none" cap="none">
                <a:solidFill>
                  <a:srgbClr val="4B5563"/>
                </a:solidFill>
                <a:latin typeface="Inter"/>
                <a:ea typeface="Inter"/>
                <a:cs typeface="Inter"/>
              </a:rPr>
              <a:t>Same project line, harder setting: semantic queries instead of literal copying.</a:t>
            </a:r>
          </a:p>
        </p:txBody>
      </p:sp>
      <p:pic>
        <p:nvPicPr>
          <p:cNvPr id="314" name="Google Shape;314;p32"/>
          <p:cNvPicPr>
            <a:picLocks xmlns:a="http://schemas.openxmlformats.org/drawingml/2006/main" noChangeAspect="1"/>
          </p:cNvPicPr>
          <p:nvPr/>
        </p:nvPicPr>
        <p:blipFill>
          <a:blip xmlns:r="http://schemas.openxmlformats.org/officeDocument/2006/relationships" xmlns:a="http://schemas.openxmlformats.org/drawingml/2006/main" r:embed="Rc680889ae78b43b3"/>
          <a:srcRect xmlns:a="http://schemas.openxmlformats.org/drawingml/2006/main" l="0" t="0" r="0" b="0"/>
          <a:stretch xmlns:a="http://schemas.openxmlformats.org/drawingml/2006/main"/>
        </p:blipFill>
        <p:spPr>
          <a:xfrm xmlns:a="http://schemas.openxmlformats.org/drawingml/2006/main">
            <a:off x="5667375" y="1714500"/>
            <a:ext cx="857250" cy="857250"/>
          </a:xfrm>
          <a:prstGeom xmlns:a="http://schemas.openxmlformats.org/drawingml/2006/main" prst="rect">
            <a:avLst/>
          </a:prstGeom>
        </p:spPr>
      </p:pic>
      <p:sp>
        <p:nvSpPr>
          <p:cNvPr id="315" name="Google Shape;315;p32">
            <a:extLst xmlns:a="http://schemas.openxmlformats.org/drawingml/2006/main">
              <a:ext uri="{FF2B5EF4-FFF2-40B4-BE49-F238E27FC236}">
                <a16:creationId xmlns:a16="http://schemas.microsoft.com/office/drawing/2014/main" id="{EBA7745E-DCD3-4888-8DEA-74A029BA9EFA}"/>
              </a:ext>
            </a:extLst>
          </p:cNvPr>
          <p:cNvSpPr>
            <a:spLocks xmlns:a="http://schemas.openxmlformats.org/drawingml/2006/main" noGrp="1"/>
          </p:cNvSpPr>
          <p:nvPr/>
        </p:nvSpPr>
        <p:spPr>
          <a:xfrm xmlns:a="http://schemas.openxmlformats.org/drawingml/2006/main">
            <a:off x="5445918" y="2762250"/>
            <a:ext cx="1300162"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Question</a:t>
            </a:r>
          </a:p>
        </p:txBody>
      </p:sp>
      <p:sp>
        <p:nvSpPr>
          <p:cNvPr id="316" name="Google Shape;316;p32">
            <a:extLst xmlns:a="http://schemas.openxmlformats.org/drawingml/2006/main">
              <a:ext uri="{FF2B5EF4-FFF2-40B4-BE49-F238E27FC236}">
                <a16:creationId xmlns:a16="http://schemas.microsoft.com/office/drawing/2014/main" id="{258C1149-9CED-4F90-8C0D-82654BB00ED0}"/>
              </a:ext>
            </a:extLst>
          </p:cNvPr>
          <p:cNvSpPr>
            <a:spLocks xmlns:a="http://schemas.openxmlformats.org/drawingml/2006/main" noGrp="1"/>
          </p:cNvSpPr>
          <p:nvPr/>
        </p:nvSpPr>
        <p:spPr>
          <a:xfrm xmlns:a="http://schemas.openxmlformats.org/drawingml/2006/main">
            <a:off x="4645074" y="3438525"/>
            <a:ext cx="2901999" cy="12191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1" i="0" u="none" cap="none">
                <a:solidFill>
                  <a:srgbClr val="4B5563"/>
                </a:solidFill>
                <a:latin typeface="Inter"/>
                <a:ea typeface="Inter"/>
                <a:cs typeface="Inter"/>
              </a:rPr>
              <a:t>Not just which heads matter, but whether they address, support, or carry answer content.</a:t>
            </a:r>
          </a:p>
        </p:txBody>
      </p:sp>
      <p:pic>
        <p:nvPicPr>
          <p:cNvPr id="317" name="Google Shape;317;p32"/>
          <p:cNvPicPr>
            <a:picLocks xmlns:a="http://schemas.openxmlformats.org/drawingml/2006/main" noChangeAspect="1"/>
          </p:cNvPicPr>
          <p:nvPr/>
        </p:nvPicPr>
        <p:blipFill>
          <a:blip xmlns:r="http://schemas.openxmlformats.org/officeDocument/2006/relationships" xmlns:a="http://schemas.openxmlformats.org/drawingml/2006/main" r:embed="R37519cb0570f463e"/>
          <a:srcRect xmlns:a="http://schemas.openxmlformats.org/drawingml/2006/main" l="0" t="0" r="0" b="0"/>
          <a:stretch xmlns:a="http://schemas.openxmlformats.org/drawingml/2006/main"/>
        </p:blipFill>
        <p:spPr>
          <a:xfrm xmlns:a="http://schemas.openxmlformats.org/drawingml/2006/main">
            <a:off x="9445674" y="1714500"/>
            <a:ext cx="857250" cy="857250"/>
          </a:xfrm>
          <a:prstGeom xmlns:a="http://schemas.openxmlformats.org/drawingml/2006/main" prst="rect">
            <a:avLst/>
          </a:prstGeom>
        </p:spPr>
      </p:pic>
      <p:sp>
        <p:nvSpPr>
          <p:cNvPr id="318" name="Google Shape;318;p32">
            <a:extLst xmlns:a="http://schemas.openxmlformats.org/drawingml/2006/main">
              <a:ext uri="{FF2B5EF4-FFF2-40B4-BE49-F238E27FC236}">
                <a16:creationId xmlns:a16="http://schemas.microsoft.com/office/drawing/2014/main" id="{8DA5A650-A9D0-45FE-9710-61E8300CA0D9}"/>
              </a:ext>
            </a:extLst>
          </p:cNvPr>
          <p:cNvSpPr>
            <a:spLocks xmlns:a="http://schemas.openxmlformats.org/drawingml/2006/main" noGrp="1"/>
          </p:cNvSpPr>
          <p:nvPr/>
        </p:nvSpPr>
        <p:spPr>
          <a:xfrm xmlns:a="http://schemas.openxmlformats.org/drawingml/2006/main">
            <a:off x="9109203" y="2762250"/>
            <a:ext cx="1530191"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Evidence</a:t>
            </a:r>
          </a:p>
        </p:txBody>
      </p:sp>
      <p:sp>
        <p:nvSpPr>
          <p:cNvPr id="319" name="Google Shape;319;p32">
            <a:extLst xmlns:a="http://schemas.openxmlformats.org/drawingml/2006/main">
              <a:ext uri="{FF2B5EF4-FFF2-40B4-BE49-F238E27FC236}">
                <a16:creationId xmlns:a16="http://schemas.microsoft.com/office/drawing/2014/main" id="{985AD36F-A761-4BD5-8D29-D07F4696E8AA}"/>
              </a:ext>
            </a:extLst>
          </p:cNvPr>
          <p:cNvSpPr>
            <a:spLocks xmlns:a="http://schemas.openxmlformats.org/drawingml/2006/main" noGrp="1"/>
          </p:cNvSpPr>
          <p:nvPr/>
        </p:nvSpPr>
        <p:spPr>
          <a:xfrm xmlns:a="http://schemas.openxmlformats.org/drawingml/2006/main">
            <a:off x="8423374" y="3438525"/>
            <a:ext cx="2901999" cy="12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1" i="0" u="none" cap="none">
                <a:solidFill>
                  <a:srgbClr val="4B5563"/>
                </a:solidFill>
                <a:latin typeface="Inter"/>
                <a:ea typeface="Inter"/>
                <a:cs typeface="Inter"/>
              </a:rPr>
              <a:t>Same toolkit, now extended with semantic ablation, role grouping, and answer patching.</a:t>
            </a:r>
          </a:p>
        </p:txBody>
      </p:sp>
      <p:pic>
        <p:nvPicPr>
          <p:cNvPr id="320" name="Google Shape;320;p32"/>
          <p:cNvPicPr>
            <a:picLocks xmlns:a="http://schemas.openxmlformats.org/drawingml/2006/main" noChangeAspect="1"/>
          </p:cNvPicPr>
          <p:nvPr/>
        </p:nvPicPr>
        <p:blipFill>
          <a:blip xmlns:r="http://schemas.openxmlformats.org/officeDocument/2006/relationships" xmlns:a="http://schemas.openxmlformats.org/drawingml/2006/main" r:embed="R77a35b4bc43e4c88"/>
          <a:srcRect xmlns:a="http://schemas.openxmlformats.org/drawingml/2006/main" l="0" t="0" r="0" b="0"/>
          <a:stretch xmlns:a="http://schemas.openxmlformats.org/drawingml/2006/main"/>
        </p:blipFill>
        <p:spPr>
          <a:xfrm xmlns:a="http://schemas.openxmlformats.org/drawingml/2006/main">
            <a:off x="2089100" y="1914525"/>
            <a:ext cx="457200" cy="457200"/>
          </a:xfrm>
          <a:prstGeom xmlns:a="http://schemas.openxmlformats.org/drawingml/2006/main" prst="rect">
            <a:avLst/>
          </a:prstGeom>
        </p:spPr>
      </p:pic>
      <p:pic>
        <p:nvPicPr>
          <p:cNvPr id="321" name="Google Shape;321;p32"/>
          <p:cNvPicPr>
            <a:picLocks xmlns:a="http://schemas.openxmlformats.org/drawingml/2006/main" noChangeAspect="1"/>
          </p:cNvPicPr>
          <p:nvPr/>
        </p:nvPicPr>
        <p:blipFill>
          <a:blip xmlns:r="http://schemas.openxmlformats.org/officeDocument/2006/relationships" xmlns:a="http://schemas.openxmlformats.org/drawingml/2006/main" r:embed="R9b2b64df8bf14ce0"/>
          <a:srcRect xmlns:a="http://schemas.openxmlformats.org/drawingml/2006/main" l="0" t="0" r="0" b="0"/>
          <a:stretch xmlns:a="http://schemas.openxmlformats.org/drawingml/2006/main"/>
        </p:blipFill>
        <p:spPr>
          <a:xfrm xmlns:a="http://schemas.openxmlformats.org/drawingml/2006/main">
            <a:off x="5810250" y="1914525"/>
            <a:ext cx="571500" cy="457200"/>
          </a:xfrm>
          <a:prstGeom xmlns:a="http://schemas.openxmlformats.org/drawingml/2006/main" prst="rect">
            <a:avLst/>
          </a:prstGeom>
        </p:spPr>
      </p:pic>
      <p:pic>
        <p:nvPicPr>
          <p:cNvPr id="322" name="Google Shape;322;p32"/>
          <p:cNvPicPr>
            <a:picLocks xmlns:a="http://schemas.openxmlformats.org/drawingml/2006/main" noChangeAspect="1"/>
          </p:cNvPicPr>
          <p:nvPr/>
        </p:nvPicPr>
        <p:blipFill>
          <a:blip xmlns:r="http://schemas.openxmlformats.org/officeDocument/2006/relationships" xmlns:a="http://schemas.openxmlformats.org/drawingml/2006/main" r:embed="R4bf522df16f64c12"/>
          <a:srcRect xmlns:a="http://schemas.openxmlformats.org/drawingml/2006/main" l="0" t="0" r="0" b="0"/>
          <a:stretch xmlns:a="http://schemas.openxmlformats.org/drawingml/2006/main"/>
        </p:blipFill>
        <p:spPr>
          <a:xfrm xmlns:a="http://schemas.openxmlformats.org/drawingml/2006/main">
            <a:off x="9588549" y="1914525"/>
            <a:ext cx="571500" cy="457200"/>
          </a:xfrm>
          <a:prstGeom xmlns:a="http://schemas.openxmlformats.org/drawingml/2006/main" prst="rect">
            <a:avLst/>
          </a:prstGeom>
        </p:spPr>
      </p:pic>
    </p:spTree>
    <p:extLst>
      <p:ext uri="{BB962C8B-B14F-4D97-AF65-F5344CB8AC3E}">
        <p14:creationId xmlns:p14="http://schemas.microsoft.com/office/powerpoint/2010/main" val="12963361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156;p21"/>
          <p:cNvPicPr>
            <a:picLocks xmlns:a="http://schemas.openxmlformats.org/drawingml/2006/main" noChangeAspect="1"/>
          </p:cNvPicPr>
          <p:nvPr/>
        </p:nvPicPr>
        <p:blipFill>
          <a:blip xmlns:r="http://schemas.openxmlformats.org/officeDocument/2006/relationships" xmlns:a="http://schemas.openxmlformats.org/drawingml/2006/main" r:embed="R9d5ff6e7d4664be6"/>
          <a:srcRect xmlns:a="http://schemas.openxmlformats.org/drawingml/2006/main" l="0" t="0" r="0" b="0"/>
          <a:stretch xmlns:a="http://schemas.openxmlformats.org/drawingml/2006/main"/>
        </p:blipFill>
        <p:spPr>
          <a:xfrm xmlns:a="http://schemas.openxmlformats.org/drawingml/2006/main">
            <a:off x="6334125" y="3233737"/>
            <a:ext cx="5286375" cy="571500"/>
          </a:xfrm>
          <a:prstGeom xmlns:a="http://schemas.openxmlformats.org/drawingml/2006/main" prst="rect">
            <a:avLst/>
          </a:prstGeom>
        </p:spPr>
      </p:pic>
      <p:pic>
        <p:nvPicPr>
          <p:cNvPr id="2" name="Google Shape;157;p21"/>
          <p:cNvPicPr>
            <a:picLocks xmlns:a="http://schemas.openxmlformats.org/drawingml/2006/main" noChangeAspect="1"/>
          </p:cNvPicPr>
          <p:nvPr/>
        </p:nvPicPr>
        <p:blipFill>
          <a:blip xmlns:r="http://schemas.openxmlformats.org/officeDocument/2006/relationships" xmlns:a="http://schemas.openxmlformats.org/drawingml/2006/main" r:embed="R9d5ff6e7d4664be6"/>
          <a:srcRect xmlns:a="http://schemas.openxmlformats.org/drawingml/2006/main" l="0" t="0" r="0" b="0"/>
          <a:stretch xmlns:a="http://schemas.openxmlformats.org/drawingml/2006/main"/>
        </p:blipFill>
        <p:spPr>
          <a:xfrm xmlns:a="http://schemas.openxmlformats.org/drawingml/2006/main">
            <a:off x="6334125" y="3995737"/>
            <a:ext cx="5286375" cy="571500"/>
          </a:xfrm>
          <a:prstGeom xmlns:a="http://schemas.openxmlformats.org/drawingml/2006/main" prst="rect">
            <a:avLst/>
          </a:prstGeom>
        </p:spPr>
      </p:pic>
      <p:sp>
        <p:nvSpPr>
          <p:cNvPr id="158" name="Google Shape;158;p21">
            <a:extLst xmlns:a="http://schemas.openxmlformats.org/drawingml/2006/main">
              <a:ext uri="{FF2B5EF4-FFF2-40B4-BE49-F238E27FC236}">
                <a16:creationId xmlns:a16="http://schemas.microsoft.com/office/drawing/2014/main" id="{0F419B66-23DC-4E8D-8245-DDCE7C533909}"/>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Experimental Probe</a:t>
            </a:r>
          </a:p>
        </p:txBody>
      </p:sp>
      <p:sp>
        <p:nvSpPr>
          <p:cNvPr id="159" name="Google Shape;159;p21">
            <a:extLst xmlns:a="http://schemas.openxmlformats.org/drawingml/2006/main">
              <a:ext uri="{FF2B5EF4-FFF2-40B4-BE49-F238E27FC236}">
                <a16:creationId xmlns:a16="http://schemas.microsoft.com/office/drawing/2014/main" id="{9211FA51-E292-4DA5-9063-E123DB4C8E45}"/>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60" name="Google Shape;160;p21">
            <a:extLst xmlns:a="http://schemas.openxmlformats.org/drawingml/2006/main">
              <a:ext uri="{FF2B5EF4-FFF2-40B4-BE49-F238E27FC236}">
                <a16:creationId xmlns:a16="http://schemas.microsoft.com/office/drawing/2014/main" id="{A4C8D4C8-A87A-47BC-80F8-13415E135CDA}"/>
              </a:ext>
            </a:extLst>
          </p:cNvPr>
          <p:cNvSpPr>
            <a:spLocks xmlns:a="http://schemas.openxmlformats.org/drawingml/2006/main" noGrp="1"/>
          </p:cNvSpPr>
          <p:nvPr/>
        </p:nvSpPr>
        <p:spPr>
          <a:xfrm xmlns:a="http://schemas.openxmlformats.org/drawingml/2006/main">
            <a:off x="571500" y="2243137"/>
            <a:ext cx="5550693"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2100" b="0" i="0" u="none" cap="none">
                <a:solidFill>
                  <a:srgbClr val="1F2937"/>
                </a:solidFill>
                <a:latin typeface="Merriweather"/>
                <a:ea typeface="Merriweather"/>
                <a:cs typeface="Merriweather"/>
              </a:rPr>
              <a:t>Controlled semantic retrieval</a:t>
            </a:r>
          </a:p>
        </p:txBody>
      </p:sp>
      <p:sp>
        <p:nvSpPr>
          <p:cNvPr id="161" name="Google Shape;161;p21">
            <a:extLst xmlns:a="http://schemas.openxmlformats.org/drawingml/2006/main">
              <a:ext uri="{FF2B5EF4-FFF2-40B4-BE49-F238E27FC236}">
                <a16:creationId xmlns:a16="http://schemas.microsoft.com/office/drawing/2014/main" id="{D9092C8D-6E02-4BCE-8768-0225D7B4670F}"/>
              </a:ext>
            </a:extLst>
          </p:cNvPr>
          <p:cNvSpPr>
            <a:spLocks xmlns:a="http://schemas.openxmlformats.org/drawingml/2006/main" noGrp="1"/>
          </p:cNvSpPr>
          <p:nvPr/>
        </p:nvSpPr>
        <p:spPr>
          <a:xfrm xmlns:a="http://schemas.openxmlformats.org/drawingml/2006/main">
            <a:off x="571500" y="2776537"/>
            <a:ext cx="5286375"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Model: Qwen2.5-1.5B-Instruct</a:t>
            </a:r>
          </a:p>
        </p:txBody>
      </p:sp>
      <p:sp>
        <p:nvSpPr>
          <p:cNvPr id="162" name="Google Shape;162;p21">
            <a:extLst xmlns:a="http://schemas.openxmlformats.org/drawingml/2006/main">
              <a:ext uri="{FF2B5EF4-FFF2-40B4-BE49-F238E27FC236}">
                <a16:creationId xmlns:a16="http://schemas.microsoft.com/office/drawing/2014/main" id="{C2328A6E-789A-454B-83D2-623BC1F413A9}"/>
              </a:ext>
            </a:extLst>
          </p:cNvPr>
          <p:cNvSpPr>
            <a:spLocks xmlns:a="http://schemas.openxmlformats.org/drawingml/2006/main" noGrp="1"/>
          </p:cNvSpPr>
          <p:nvPr/>
        </p:nvSpPr>
        <p:spPr>
          <a:xfrm xmlns:a="http://schemas.openxmlformats.org/drawingml/2006/main">
            <a:off x="571500" y="3271837"/>
            <a:ext cx="5286375"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Task: Retrieve a six-digit answer from 8k and 16k token contexts.</a:t>
            </a:r>
          </a:p>
        </p:txBody>
      </p:sp>
      <p:sp>
        <p:nvSpPr>
          <p:cNvPr id="163" name="Google Shape;163;p21">
            <a:extLst xmlns:a="http://schemas.openxmlformats.org/drawingml/2006/main">
              <a:ext uri="{FF2B5EF4-FFF2-40B4-BE49-F238E27FC236}">
                <a16:creationId xmlns:a16="http://schemas.microsoft.com/office/drawing/2014/main" id="{508F37EB-492C-4D8D-B444-95F2314A9BD9}"/>
              </a:ext>
            </a:extLst>
          </p:cNvPr>
          <p:cNvSpPr>
            <a:spLocks xmlns:a="http://schemas.openxmlformats.org/drawingml/2006/main" noGrp="1"/>
          </p:cNvSpPr>
          <p:nvPr/>
        </p:nvSpPr>
        <p:spPr>
          <a:xfrm xmlns:a="http://schemas.openxmlformats.org/drawingml/2006/main">
            <a:off x="704850" y="4071937"/>
            <a:ext cx="104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500" b="0" i="0" u="none" cap="none">
                <a:solidFill>
                  <a:srgbClr val="4B5563"/>
                </a:solidFill>
                <a:latin typeface="Inter"/>
                <a:ea typeface="Inter"/>
                <a:cs typeface="Inter"/>
              </a:rPr>
              <a:t>•</a:t>
            </a:r>
          </a:p>
        </p:txBody>
      </p:sp>
      <p:sp>
        <p:nvSpPr>
          <p:cNvPr id="164" name="Google Shape;164;p21">
            <a:extLst xmlns:a="http://schemas.openxmlformats.org/drawingml/2006/main">
              <a:ext uri="{FF2B5EF4-FFF2-40B4-BE49-F238E27FC236}">
                <a16:creationId xmlns:a16="http://schemas.microsoft.com/office/drawing/2014/main" id="{EEB90D7A-0FF8-42EF-A504-DC4F25AFF08D}"/>
              </a:ext>
            </a:extLst>
          </p:cNvPr>
          <p:cNvSpPr>
            <a:spLocks xmlns:a="http://schemas.openxmlformats.org/drawingml/2006/main" noGrp="1"/>
          </p:cNvSpPr>
          <p:nvPr/>
        </p:nvSpPr>
        <p:spPr>
          <a:xfrm xmlns:a="http://schemas.openxmlformats.org/drawingml/2006/main">
            <a:off x="809625" y="4071937"/>
            <a:ext cx="504825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4775"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Semantic variants: literal, alias, paraphrase, relational, distractor-heavy.</a:t>
            </a:r>
          </a:p>
        </p:txBody>
      </p:sp>
      <p:sp>
        <p:nvSpPr>
          <p:cNvPr id="165" name="Google Shape;165;p21">
            <a:extLst xmlns:a="http://schemas.openxmlformats.org/drawingml/2006/main">
              <a:ext uri="{FF2B5EF4-FFF2-40B4-BE49-F238E27FC236}">
                <a16:creationId xmlns:a16="http://schemas.microsoft.com/office/drawing/2014/main" id="{A5DAA0F0-605A-4E64-B87F-94FBB507D547}"/>
              </a:ext>
            </a:extLst>
          </p:cNvPr>
          <p:cNvSpPr>
            <a:spLocks xmlns:a="http://schemas.openxmlformats.org/drawingml/2006/main" noGrp="1"/>
          </p:cNvSpPr>
          <p:nvPr/>
        </p:nvSpPr>
        <p:spPr>
          <a:xfrm xmlns:a="http://schemas.openxmlformats.org/drawingml/2006/main">
            <a:off x="704850" y="4795837"/>
            <a:ext cx="10477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500" b="0" i="0" u="none" cap="none">
                <a:solidFill>
                  <a:srgbClr val="4B5563"/>
                </a:solidFill>
                <a:latin typeface="Inter"/>
                <a:ea typeface="Inter"/>
                <a:cs typeface="Inter"/>
              </a:rPr>
              <a:t>•</a:t>
            </a:r>
          </a:p>
        </p:txBody>
      </p:sp>
      <p:sp>
        <p:nvSpPr>
          <p:cNvPr id="166" name="Google Shape;166;p21">
            <a:extLst xmlns:a="http://schemas.openxmlformats.org/drawingml/2006/main">
              <a:ext uri="{FF2B5EF4-FFF2-40B4-BE49-F238E27FC236}">
                <a16:creationId xmlns:a16="http://schemas.microsoft.com/office/drawing/2014/main" id="{CDF3086A-E810-4ABF-8AAC-59F80BD8FE34}"/>
              </a:ext>
            </a:extLst>
          </p:cNvPr>
          <p:cNvSpPr>
            <a:spLocks xmlns:a="http://schemas.openxmlformats.org/drawingml/2006/main" noGrp="1"/>
          </p:cNvSpPr>
          <p:nvPr/>
        </p:nvSpPr>
        <p:spPr>
          <a:xfrm xmlns:a="http://schemas.openxmlformats.org/drawingml/2006/main">
            <a:off x="809625" y="4795837"/>
            <a:ext cx="504825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4775"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Needle position: early, middle, and late in the context.</a:t>
            </a:r>
          </a:p>
        </p:txBody>
      </p:sp>
      <p:sp>
        <p:nvSpPr>
          <p:cNvPr id="167" name="Google Shape;167;p21">
            <a:extLst xmlns:a="http://schemas.openxmlformats.org/drawingml/2006/main">
              <a:ext uri="{FF2B5EF4-FFF2-40B4-BE49-F238E27FC236}">
                <a16:creationId xmlns:a16="http://schemas.microsoft.com/office/drawing/2014/main" id="{569FA87E-E5AC-43EE-AA52-0EBEEE000B26}"/>
              </a:ext>
            </a:extLst>
          </p:cNvPr>
          <p:cNvSpPr>
            <a:spLocks xmlns:a="http://schemas.openxmlformats.org/drawingml/2006/main" noGrp="1"/>
          </p:cNvSpPr>
          <p:nvPr/>
        </p:nvSpPr>
        <p:spPr>
          <a:xfrm xmlns:a="http://schemas.openxmlformats.org/drawingml/2006/main">
            <a:off x="6862762" y="2852737"/>
            <a:ext cx="790575"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C2410C"/>
                </a:solidFill>
                <a:latin typeface="Inter"/>
                <a:ea typeface="Inter"/>
                <a:cs typeface="Inter"/>
              </a:rPr>
              <a:t>Early / middle / late</a:t>
            </a:r>
          </a:p>
        </p:txBody>
      </p:sp>
      <p:sp>
        <p:nvSpPr>
          <p:cNvPr id="168" name="Google Shape;168;p21">
            <a:extLst xmlns:a="http://schemas.openxmlformats.org/drawingml/2006/main">
              <a:ext uri="{FF2B5EF4-FFF2-40B4-BE49-F238E27FC236}">
                <a16:creationId xmlns:a16="http://schemas.microsoft.com/office/drawing/2014/main" id="{CC7C0D14-AACA-4231-9AA6-C976BB795B0A}"/>
              </a:ext>
            </a:extLst>
          </p:cNvPr>
          <p:cNvSpPr>
            <a:spLocks xmlns:a="http://schemas.openxmlformats.org/drawingml/2006/main" noGrp="1"/>
          </p:cNvSpPr>
          <p:nvPr/>
        </p:nvSpPr>
        <p:spPr>
          <a:xfrm xmlns:a="http://schemas.openxmlformats.org/drawingml/2006/main">
            <a:off x="6862762" y="3233737"/>
            <a:ext cx="95250" cy="571500"/>
          </a:xfrm>
          <a:prstGeom xmlns:a="http://schemas.openxmlformats.org/drawingml/2006/main" prst="roundRect">
            <a:avLst>
              <a:gd name="adj" fmla="val 20000"/>
            </a:avLst>
          </a:prstGeom>
          <a:solidFill xmlns:a="http://schemas.openxmlformats.org/drawingml/2006/main">
            <a:srgbClr val="C2410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69" name="Google Shape;169;p21">
            <a:extLst xmlns:a="http://schemas.openxmlformats.org/drawingml/2006/main">
              <a:ext uri="{FF2B5EF4-FFF2-40B4-BE49-F238E27FC236}">
                <a16:creationId xmlns:a16="http://schemas.microsoft.com/office/drawing/2014/main" id="{C7C81535-70B3-4CCA-AF57-2C2775E0C13E}"/>
              </a:ext>
            </a:extLst>
          </p:cNvPr>
          <p:cNvSpPr>
            <a:spLocks xmlns:a="http://schemas.openxmlformats.org/drawingml/2006/main" noGrp="1"/>
          </p:cNvSpPr>
          <p:nvPr/>
        </p:nvSpPr>
        <p:spPr>
          <a:xfrm xmlns:a="http://schemas.openxmlformats.org/drawingml/2006/main">
            <a:off x="9896475" y="3424237"/>
            <a:ext cx="1533525"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200" b="0" i="0" u="none" cap="none">
                <a:solidFill>
                  <a:srgbClr val="6B7280"/>
                </a:solidFill>
                <a:latin typeface="Inter"/>
                <a:ea typeface="Inter"/>
                <a:cs typeface="Inter"/>
              </a:rPr>
              <a:t>Answer scored at query step</a:t>
            </a:r>
          </a:p>
        </p:txBody>
      </p:sp>
      <p:sp>
        <p:nvSpPr>
          <p:cNvPr id="170" name="Google Shape;170;p21">
            <a:extLst xmlns:a="http://schemas.openxmlformats.org/drawingml/2006/main">
              <a:ext uri="{FF2B5EF4-FFF2-40B4-BE49-F238E27FC236}">
                <a16:creationId xmlns:a16="http://schemas.microsoft.com/office/drawing/2014/main" id="{56FB1EBE-2BB2-4944-B150-12051BAA6F5A}"/>
              </a:ext>
            </a:extLst>
          </p:cNvPr>
          <p:cNvSpPr>
            <a:spLocks xmlns:a="http://schemas.openxmlformats.org/drawingml/2006/main" noGrp="1"/>
          </p:cNvSpPr>
          <p:nvPr/>
        </p:nvSpPr>
        <p:spPr>
          <a:xfrm xmlns:a="http://schemas.openxmlformats.org/drawingml/2006/main">
            <a:off x="11091862" y="3614737"/>
            <a:ext cx="528637"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1200" b="1" i="0" u="none" cap="none">
                <a:solidFill>
                  <a:srgbClr val="431407"/>
                </a:solidFill>
                <a:latin typeface="Inter"/>
                <a:ea typeface="Inter"/>
                <a:cs typeface="Inter"/>
              </a:rPr>
              <a:t>8k / 16k context</a:t>
            </a:r>
          </a:p>
        </p:txBody>
      </p:sp>
      <p:sp>
        <p:nvSpPr>
          <p:cNvPr id="171" name="Google Shape;171;p21">
            <a:extLst xmlns:a="http://schemas.openxmlformats.org/drawingml/2006/main">
              <a:ext uri="{FF2B5EF4-FFF2-40B4-BE49-F238E27FC236}">
                <a16:creationId xmlns:a16="http://schemas.microsoft.com/office/drawing/2014/main" id="{756AF741-6504-419C-A8AD-4AF0DF848E6A}"/>
              </a:ext>
            </a:extLst>
          </p:cNvPr>
          <p:cNvSpPr>
            <a:spLocks xmlns:a="http://schemas.openxmlformats.org/drawingml/2006/main" noGrp="1"/>
          </p:cNvSpPr>
          <p:nvPr/>
        </p:nvSpPr>
        <p:spPr>
          <a:xfrm xmlns:a="http://schemas.openxmlformats.org/drawingml/2006/main">
            <a:off x="11091862" y="3995737"/>
            <a:ext cx="95250" cy="571500"/>
          </a:xfrm>
          <a:prstGeom xmlns:a="http://schemas.openxmlformats.org/drawingml/2006/main" prst="roundRect">
            <a:avLst>
              <a:gd name="adj" fmla="val 20000"/>
            </a:avLst>
          </a:prstGeom>
          <a:solidFill xmlns:a="http://schemas.openxmlformats.org/drawingml/2006/main">
            <a:srgbClr val="431407"/>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Tree>
    <p:extLst>
      <p:ext uri="{BB962C8B-B14F-4D97-AF65-F5344CB8AC3E}">
        <p14:creationId xmlns:p14="http://schemas.microsoft.com/office/powerpoint/2010/main" val="21212099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135;p20"/>
          <p:cNvPicPr>
            <a:picLocks xmlns:a="http://schemas.openxmlformats.org/drawingml/2006/main" noChangeAspect="1"/>
          </p:cNvPicPr>
          <p:nvPr/>
        </p:nvPicPr>
        <p:blipFill>
          <a:blip xmlns:r="http://schemas.openxmlformats.org/officeDocument/2006/relationships" xmlns:a="http://schemas.openxmlformats.org/drawingml/2006/main" r:embed="R127dcc2765ff4a4a"/>
          <a:srcRect xmlns:a="http://schemas.openxmlformats.org/drawingml/2006/main" l="0" t="0" r="0" b="0"/>
          <a:stretch xmlns:a="http://schemas.openxmlformats.org/drawingml/2006/main"/>
        </p:blipFill>
        <p:spPr>
          <a:xfrm xmlns:a="http://schemas.openxmlformats.org/drawingml/2006/main">
            <a:off x="571500" y="1419225"/>
            <a:ext cx="3492549" cy="4962525"/>
          </a:xfrm>
          <a:prstGeom xmlns:a="http://schemas.openxmlformats.org/drawingml/2006/main" prst="rect">
            <a:avLst/>
          </a:prstGeom>
        </p:spPr>
      </p:pic>
      <p:pic>
        <p:nvPicPr>
          <p:cNvPr id="2" name="Google Shape;136;p20"/>
          <p:cNvPicPr>
            <a:picLocks xmlns:a="http://schemas.openxmlformats.org/drawingml/2006/main" noChangeAspect="1"/>
          </p:cNvPicPr>
          <p:nvPr/>
        </p:nvPicPr>
        <p:blipFill>
          <a:blip xmlns:r="http://schemas.openxmlformats.org/officeDocument/2006/relationships" xmlns:a="http://schemas.openxmlformats.org/drawingml/2006/main" r:embed="R0d4fba4afc1a4dfd"/>
          <a:srcRect xmlns:a="http://schemas.openxmlformats.org/drawingml/2006/main" l="0" t="0" r="0" b="0"/>
          <a:stretch xmlns:a="http://schemas.openxmlformats.org/drawingml/2006/main"/>
        </p:blipFill>
        <p:spPr>
          <a:xfrm xmlns:a="http://schemas.openxmlformats.org/drawingml/2006/main">
            <a:off x="4349799" y="1419225"/>
            <a:ext cx="3492549" cy="4962525"/>
          </a:xfrm>
          <a:prstGeom xmlns:a="http://schemas.openxmlformats.org/drawingml/2006/main" prst="rect">
            <a:avLst/>
          </a:prstGeom>
        </p:spPr>
      </p:pic>
      <p:pic>
        <p:nvPicPr>
          <p:cNvPr id="3" name="Google Shape;137;p20"/>
          <p:cNvPicPr>
            <a:picLocks xmlns:a="http://schemas.openxmlformats.org/drawingml/2006/main" noChangeAspect="1"/>
          </p:cNvPicPr>
          <p:nvPr/>
        </p:nvPicPr>
        <p:blipFill>
          <a:blip xmlns:r="http://schemas.openxmlformats.org/officeDocument/2006/relationships" xmlns:a="http://schemas.openxmlformats.org/drawingml/2006/main" r:embed="R08eade80c7a14dfd"/>
          <a:srcRect xmlns:a="http://schemas.openxmlformats.org/drawingml/2006/main" l="0" t="0" r="0" b="0"/>
          <a:stretch xmlns:a="http://schemas.openxmlformats.org/drawingml/2006/main"/>
        </p:blipFill>
        <p:spPr>
          <a:xfrm xmlns:a="http://schemas.openxmlformats.org/drawingml/2006/main">
            <a:off x="8128099" y="1419225"/>
            <a:ext cx="3492549" cy="4962525"/>
          </a:xfrm>
          <a:prstGeom xmlns:a="http://schemas.openxmlformats.org/drawingml/2006/main" prst="rect">
            <a:avLst/>
          </a:prstGeom>
        </p:spPr>
      </p:pic>
      <p:sp>
        <p:nvSpPr>
          <p:cNvPr id="138" name="Google Shape;138;p20">
            <a:extLst xmlns:a="http://schemas.openxmlformats.org/drawingml/2006/main">
              <a:ext uri="{FF2B5EF4-FFF2-40B4-BE49-F238E27FC236}">
                <a16:creationId xmlns:a16="http://schemas.microsoft.com/office/drawing/2014/main" id="{67DA1B7A-9123-498E-B9A1-24D6B3AAB45C}"/>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Methodology: Three Questions, Three Tools</a:t>
            </a:r>
          </a:p>
        </p:txBody>
      </p:sp>
      <p:sp>
        <p:nvSpPr>
          <p:cNvPr id="139" name="Google Shape;139;p20">
            <a:extLst xmlns:a="http://schemas.openxmlformats.org/drawingml/2006/main">
              <a:ext uri="{FF2B5EF4-FFF2-40B4-BE49-F238E27FC236}">
                <a16:creationId xmlns:a16="http://schemas.microsoft.com/office/drawing/2014/main" id="{2999B6B0-5D07-46BC-A6D0-851955E40B46}"/>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140" name="Google Shape;140;p20"/>
          <p:cNvPicPr>
            <a:picLocks xmlns:a="http://schemas.openxmlformats.org/drawingml/2006/main" noChangeAspect="1"/>
          </p:cNvPicPr>
          <p:nvPr/>
        </p:nvPicPr>
        <p:blipFill>
          <a:blip xmlns:r="http://schemas.openxmlformats.org/officeDocument/2006/relationships" xmlns:a="http://schemas.openxmlformats.org/drawingml/2006/main" r:embed="R0fb96a9487444713"/>
          <a:srcRect xmlns:a="http://schemas.openxmlformats.org/drawingml/2006/main" l="0" t="0" r="0" b="0"/>
          <a:stretch xmlns:a="http://schemas.openxmlformats.org/drawingml/2006/main"/>
        </p:blipFill>
        <p:spPr>
          <a:xfrm xmlns:a="http://schemas.openxmlformats.org/drawingml/2006/main">
            <a:off x="1889075" y="1714500"/>
            <a:ext cx="857250" cy="857250"/>
          </a:xfrm>
          <a:prstGeom xmlns:a="http://schemas.openxmlformats.org/drawingml/2006/main" prst="rect">
            <a:avLst/>
          </a:prstGeom>
        </p:spPr>
      </p:pic>
      <p:sp>
        <p:nvSpPr>
          <p:cNvPr id="141" name="Google Shape;141;p20">
            <a:extLst xmlns:a="http://schemas.openxmlformats.org/drawingml/2006/main">
              <a:ext uri="{FF2B5EF4-FFF2-40B4-BE49-F238E27FC236}">
                <a16:creationId xmlns:a16="http://schemas.microsoft.com/office/drawing/2014/main" id="{A9B201C5-E2F0-4CFC-9A45-EA35FEDC463E}"/>
              </a:ext>
            </a:extLst>
          </p:cNvPr>
          <p:cNvSpPr>
            <a:spLocks xmlns:a="http://schemas.openxmlformats.org/drawingml/2006/main" noGrp="1"/>
          </p:cNvSpPr>
          <p:nvPr/>
        </p:nvSpPr>
        <p:spPr>
          <a:xfrm xmlns:a="http://schemas.openxmlformats.org/drawingml/2006/main">
            <a:off x="997535" y="2762250"/>
            <a:ext cx="264033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1. Trace (Where?)</a:t>
            </a:r>
          </a:p>
        </p:txBody>
      </p:sp>
      <p:sp>
        <p:nvSpPr>
          <p:cNvPr id="142" name="Google Shape;142;p20">
            <a:extLst xmlns:a="http://schemas.openxmlformats.org/drawingml/2006/main">
              <a:ext uri="{FF2B5EF4-FFF2-40B4-BE49-F238E27FC236}">
                <a16:creationId xmlns:a16="http://schemas.microsoft.com/office/drawing/2014/main" id="{15FE5CDD-71A8-43A6-9C47-A31DE36445FF}"/>
              </a:ext>
            </a:extLst>
          </p:cNvPr>
          <p:cNvSpPr>
            <a:spLocks xmlns:a="http://schemas.openxmlformats.org/drawingml/2006/main" noGrp="1"/>
          </p:cNvSpPr>
          <p:nvPr/>
        </p:nvSpPr>
        <p:spPr>
          <a:xfrm xmlns:a="http://schemas.openxmlformats.org/drawingml/2006/main">
            <a:off x="866775" y="3438525"/>
            <a:ext cx="2901999"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60000"/>
              </a:lnSpc>
              <a:spcBef>
                <a:spcPts val="0"/>
              </a:spcBef>
              <a:spcAft>
                <a:spcPts val="0"/>
              </a:spcAft>
              <a:buNone/>
            </a:pPr>
            <a:r>
              <a:rPr sz="1500" b="0" i="0" u="none" cap="none">
                <a:solidFill>
                  <a:srgbClr val="4B5563"/>
                </a:solidFill>
                <a:latin typeface="Inter"/>
                <a:ea typeface="Inter"/>
                <a:cs typeface="Inter"/>
              </a:rPr>
              <a:t>Measure whether a head attends to the answer span, distractors, or query tail.</a:t>
            </a:r>
          </a:p>
        </p:txBody>
      </p:sp>
      <p:pic>
        <p:nvPicPr>
          <p:cNvPr id="143" name="Google Shape;143;p20"/>
          <p:cNvPicPr>
            <a:picLocks xmlns:a="http://schemas.openxmlformats.org/drawingml/2006/main" noChangeAspect="1"/>
          </p:cNvPicPr>
          <p:nvPr/>
        </p:nvPicPr>
        <p:blipFill>
          <a:blip xmlns:r="http://schemas.openxmlformats.org/officeDocument/2006/relationships" xmlns:a="http://schemas.openxmlformats.org/drawingml/2006/main" r:embed="Rcdc1048b692b493b"/>
          <a:srcRect xmlns:a="http://schemas.openxmlformats.org/drawingml/2006/main" l="0" t="0" r="0" b="0"/>
          <a:stretch xmlns:a="http://schemas.openxmlformats.org/drawingml/2006/main"/>
        </p:blipFill>
        <p:spPr>
          <a:xfrm xmlns:a="http://schemas.openxmlformats.org/drawingml/2006/main">
            <a:off x="5667375" y="1714500"/>
            <a:ext cx="857250" cy="857250"/>
          </a:xfrm>
          <a:prstGeom xmlns:a="http://schemas.openxmlformats.org/drawingml/2006/main" prst="rect">
            <a:avLst/>
          </a:prstGeom>
        </p:spPr>
      </p:pic>
      <p:sp>
        <p:nvSpPr>
          <p:cNvPr id="144" name="Google Shape;144;p20">
            <a:extLst xmlns:a="http://schemas.openxmlformats.org/drawingml/2006/main">
              <a:ext uri="{FF2B5EF4-FFF2-40B4-BE49-F238E27FC236}">
                <a16:creationId xmlns:a16="http://schemas.microsoft.com/office/drawing/2014/main" id="{EC88544D-088E-42C9-8BC2-2F292841B526}"/>
              </a:ext>
            </a:extLst>
          </p:cNvPr>
          <p:cNvSpPr>
            <a:spLocks xmlns:a="http://schemas.openxmlformats.org/drawingml/2006/main" noGrp="1"/>
          </p:cNvSpPr>
          <p:nvPr/>
        </p:nvSpPr>
        <p:spPr>
          <a:xfrm xmlns:a="http://schemas.openxmlformats.org/drawingml/2006/main">
            <a:off x="4720828" y="2762250"/>
            <a:ext cx="2750343"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2. Ablate (Needed?)</a:t>
            </a:r>
          </a:p>
        </p:txBody>
      </p:sp>
      <p:sp>
        <p:nvSpPr>
          <p:cNvPr id="145" name="Google Shape;145;p20">
            <a:extLst xmlns:a="http://schemas.openxmlformats.org/drawingml/2006/main">
              <a:ext uri="{FF2B5EF4-FFF2-40B4-BE49-F238E27FC236}">
                <a16:creationId xmlns:a16="http://schemas.microsoft.com/office/drawing/2014/main" id="{6315FF37-858A-4B98-A98D-68357CEE383C}"/>
              </a:ext>
            </a:extLst>
          </p:cNvPr>
          <p:cNvSpPr>
            <a:spLocks xmlns:a="http://schemas.openxmlformats.org/drawingml/2006/main" noGrp="1"/>
          </p:cNvSpPr>
          <p:nvPr/>
        </p:nvSpPr>
        <p:spPr>
          <a:xfrm xmlns:a="http://schemas.openxmlformats.org/drawingml/2006/main">
            <a:off x="4645074" y="3438525"/>
            <a:ext cx="2901999"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60000"/>
              </a:lnSpc>
              <a:spcBef>
                <a:spcPts val="0"/>
              </a:spcBef>
              <a:spcAft>
                <a:spcPts val="0"/>
              </a:spcAft>
              <a:buNone/>
            </a:pPr>
            <a:r>
              <a:rPr sz="1500" b="0" i="0" u="none" cap="none">
                <a:solidFill>
                  <a:srgbClr val="4B5563"/>
                </a:solidFill>
                <a:latin typeface="Inter"/>
                <a:ea typeface="Inter"/>
                <a:cs typeface="Inter"/>
              </a:rPr>
              <a:t>Remove heads or groups and test whether correct-answer probability falls.</a:t>
            </a:r>
          </a:p>
        </p:txBody>
      </p:sp>
      <p:pic>
        <p:nvPicPr>
          <p:cNvPr id="146" name="Google Shape;146;p20"/>
          <p:cNvPicPr>
            <a:picLocks xmlns:a="http://schemas.openxmlformats.org/drawingml/2006/main" noChangeAspect="1"/>
          </p:cNvPicPr>
          <p:nvPr/>
        </p:nvPicPr>
        <p:blipFill>
          <a:blip xmlns:r="http://schemas.openxmlformats.org/officeDocument/2006/relationships" xmlns:a="http://schemas.openxmlformats.org/drawingml/2006/main" r:embed="R14b2a09c0f1d471f"/>
          <a:srcRect xmlns:a="http://schemas.openxmlformats.org/drawingml/2006/main" l="0" t="0" r="0" b="0"/>
          <a:stretch xmlns:a="http://schemas.openxmlformats.org/drawingml/2006/main"/>
        </p:blipFill>
        <p:spPr>
          <a:xfrm xmlns:a="http://schemas.openxmlformats.org/drawingml/2006/main">
            <a:off x="9445674" y="1714500"/>
            <a:ext cx="857250" cy="857250"/>
          </a:xfrm>
          <a:prstGeom xmlns:a="http://schemas.openxmlformats.org/drawingml/2006/main" prst="rect">
            <a:avLst/>
          </a:prstGeom>
        </p:spPr>
      </p:pic>
      <p:sp>
        <p:nvSpPr>
          <p:cNvPr id="147" name="Google Shape;147;p20">
            <a:extLst xmlns:a="http://schemas.openxmlformats.org/drawingml/2006/main">
              <a:ext uri="{FF2B5EF4-FFF2-40B4-BE49-F238E27FC236}">
                <a16:creationId xmlns:a16="http://schemas.microsoft.com/office/drawing/2014/main" id="{9456471E-3CF2-43A2-9B70-97C254112F9D}"/>
              </a:ext>
            </a:extLst>
          </p:cNvPr>
          <p:cNvSpPr>
            <a:spLocks xmlns:a="http://schemas.openxmlformats.org/drawingml/2006/main" noGrp="1"/>
          </p:cNvSpPr>
          <p:nvPr/>
        </p:nvSpPr>
        <p:spPr>
          <a:xfrm xmlns:a="http://schemas.openxmlformats.org/drawingml/2006/main">
            <a:off x="8459122" y="2762250"/>
            <a:ext cx="2830353"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3. Patch (Carries?)</a:t>
            </a:r>
          </a:p>
        </p:txBody>
      </p:sp>
      <p:sp>
        <p:nvSpPr>
          <p:cNvPr id="148" name="Google Shape;148;p20">
            <a:extLst xmlns:a="http://schemas.openxmlformats.org/drawingml/2006/main">
              <a:ext uri="{FF2B5EF4-FFF2-40B4-BE49-F238E27FC236}">
                <a16:creationId xmlns:a16="http://schemas.microsoft.com/office/drawing/2014/main" id="{E23FA62B-0045-4DB4-920F-E029F005B777}"/>
              </a:ext>
            </a:extLst>
          </p:cNvPr>
          <p:cNvSpPr>
            <a:spLocks xmlns:a="http://schemas.openxmlformats.org/drawingml/2006/main" noGrp="1"/>
          </p:cNvSpPr>
          <p:nvPr/>
        </p:nvSpPr>
        <p:spPr>
          <a:xfrm xmlns:a="http://schemas.openxmlformats.org/drawingml/2006/main">
            <a:off x="8423374" y="3438525"/>
            <a:ext cx="2901999"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60000"/>
              </a:lnSpc>
              <a:spcBef>
                <a:spcPts val="0"/>
              </a:spcBef>
              <a:spcAft>
                <a:spcPts val="0"/>
              </a:spcAft>
              <a:buNone/>
            </a:pPr>
            <a:r>
              <a:rPr sz="1500" b="0" i="0" u="none" cap="none">
                <a:solidFill>
                  <a:srgbClr val="4B5563"/>
                </a:solidFill>
                <a:latin typeface="Inter"/>
                <a:ea typeface="Inter"/>
                <a:cs typeface="Inter"/>
              </a:rPr>
              <a:t>Copy clean activations into a corrupted run to test answer-content transfer.</a:t>
            </a:r>
          </a:p>
        </p:txBody>
      </p:sp>
      <p:pic>
        <p:nvPicPr>
          <p:cNvPr id="149" name="Google Shape;149;p20"/>
          <p:cNvPicPr>
            <a:picLocks xmlns:a="http://schemas.openxmlformats.org/drawingml/2006/main" noChangeAspect="1"/>
          </p:cNvPicPr>
          <p:nvPr/>
        </p:nvPicPr>
        <p:blipFill>
          <a:blip xmlns:r="http://schemas.openxmlformats.org/officeDocument/2006/relationships" xmlns:a="http://schemas.openxmlformats.org/drawingml/2006/main" r:embed="R7905c30333b848bf"/>
          <a:srcRect xmlns:a="http://schemas.openxmlformats.org/drawingml/2006/main" l="0" t="0" r="0" b="0"/>
          <a:stretch xmlns:a="http://schemas.openxmlformats.org/drawingml/2006/main"/>
        </p:blipFill>
        <p:spPr>
          <a:xfrm xmlns:a="http://schemas.openxmlformats.org/drawingml/2006/main">
            <a:off x="2060525" y="1914525"/>
            <a:ext cx="514350" cy="457200"/>
          </a:xfrm>
          <a:prstGeom xmlns:a="http://schemas.openxmlformats.org/drawingml/2006/main" prst="rect">
            <a:avLst/>
          </a:prstGeom>
        </p:spPr>
      </p:pic>
      <p:pic>
        <p:nvPicPr>
          <p:cNvPr id="150" name="Google Shape;150;p20"/>
          <p:cNvPicPr>
            <a:picLocks xmlns:a="http://schemas.openxmlformats.org/drawingml/2006/main" noChangeAspect="1"/>
          </p:cNvPicPr>
          <p:nvPr/>
        </p:nvPicPr>
        <p:blipFill>
          <a:blip xmlns:r="http://schemas.openxmlformats.org/officeDocument/2006/relationships" xmlns:a="http://schemas.openxmlformats.org/drawingml/2006/main" r:embed="R1538eee60a8045f4"/>
          <a:srcRect xmlns:a="http://schemas.openxmlformats.org/drawingml/2006/main" l="0" t="0" r="0" b="0"/>
          <a:stretch xmlns:a="http://schemas.openxmlformats.org/drawingml/2006/main"/>
        </p:blipFill>
        <p:spPr>
          <a:xfrm xmlns:a="http://schemas.openxmlformats.org/drawingml/2006/main">
            <a:off x="5867400" y="1914525"/>
            <a:ext cx="457200" cy="457200"/>
          </a:xfrm>
          <a:prstGeom xmlns:a="http://schemas.openxmlformats.org/drawingml/2006/main" prst="rect">
            <a:avLst/>
          </a:prstGeom>
        </p:spPr>
      </p:pic>
      <p:pic>
        <p:nvPicPr>
          <p:cNvPr id="151" name="Google Shape;151;p20"/>
          <p:cNvPicPr>
            <a:picLocks xmlns:a="http://schemas.openxmlformats.org/drawingml/2006/main" noChangeAspect="1"/>
          </p:cNvPicPr>
          <p:nvPr/>
        </p:nvPicPr>
        <p:blipFill>
          <a:blip xmlns:r="http://schemas.openxmlformats.org/officeDocument/2006/relationships" xmlns:a="http://schemas.openxmlformats.org/drawingml/2006/main" r:embed="Raf9e8141100c45ce"/>
          <a:srcRect xmlns:a="http://schemas.openxmlformats.org/drawingml/2006/main" l="0" t="0" r="0" b="0"/>
          <a:stretch xmlns:a="http://schemas.openxmlformats.org/drawingml/2006/main"/>
        </p:blipFill>
        <p:spPr>
          <a:xfrm xmlns:a="http://schemas.openxmlformats.org/drawingml/2006/main">
            <a:off x="9588549" y="1914525"/>
            <a:ext cx="571500" cy="457200"/>
          </a:xfrm>
          <a:prstGeom xmlns:a="http://schemas.openxmlformats.org/drawingml/2006/main" prst="rect">
            <a:avLst/>
          </a:prstGeom>
        </p:spPr>
      </p:pic>
    </p:spTree>
    <p:extLst>
      <p:ext uri="{BB962C8B-B14F-4D97-AF65-F5344CB8AC3E}">
        <p14:creationId xmlns:p14="http://schemas.microsoft.com/office/powerpoint/2010/main" val="557273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4" name="Google Shape;224;p26">
            <a:extLst xmlns:a="http://schemas.openxmlformats.org/drawingml/2006/main">
              <a:ext uri="{FF2B5EF4-FFF2-40B4-BE49-F238E27FC236}">
                <a16:creationId xmlns:a16="http://schemas.microsoft.com/office/drawing/2014/main" id="{52B96F29-32D5-44AE-9333-9EDB0FA889CD}"/>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Semantic Retrieval Uses a Causal Head Neighborhood</a:t>
            </a:r>
          </a:p>
        </p:txBody>
      </p:sp>
      <p:sp>
        <p:nvSpPr>
          <p:cNvPr id="225" name="Google Shape;225;p26">
            <a:extLst xmlns:a="http://schemas.openxmlformats.org/drawingml/2006/main">
              <a:ext uri="{FF2B5EF4-FFF2-40B4-BE49-F238E27FC236}">
                <a16:creationId xmlns:a16="http://schemas.microsoft.com/office/drawing/2014/main" id="{297C2658-4944-4D67-B172-67DC5B83786F}"/>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226" name=""/>
          <p:cNvPicPr>
            <a:picLocks xmlns:a="http://schemas.openxmlformats.org/drawingml/2006/main" noChangeAspect="1"/>
          </p:cNvPicPr>
          <p:nvPr/>
        </p:nvPicPr>
        <p:blipFill>
          <a:blip xmlns:r="http://schemas.openxmlformats.org/officeDocument/2006/relationships" xmlns:a="http://schemas.openxmlformats.org/drawingml/2006/main" r:embed="R5c96790281094c15"/>
          <a:stretch xmlns:a="http://schemas.openxmlformats.org/drawingml/2006/main"/>
        </p:blipFill>
        <p:spPr>
          <a:xfrm xmlns:a="http://schemas.openxmlformats.org/drawingml/2006/main">
            <a:off x="571500" y="1447897"/>
            <a:ext cx="11049000" cy="4905182"/>
          </a:xfrm>
          <a:prstGeom xmlns:a="http://schemas.openxmlformats.org/drawingml/2006/main" prst="rect">
            <a:avLst/>
          </a:prstGeom>
        </p:spPr>
      </p:pic>
    </p:spTree>
    <p:extLst>
      <p:ext uri="{BB962C8B-B14F-4D97-AF65-F5344CB8AC3E}">
        <p14:creationId xmlns:p14="http://schemas.microsoft.com/office/powerpoint/2010/main" val="16145449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Google Shape;266;p30">
            <a:extLst xmlns:a="http://schemas.openxmlformats.org/drawingml/2006/main">
              <a:ext uri="{FF2B5EF4-FFF2-40B4-BE49-F238E27FC236}">
                <a16:creationId xmlns:a16="http://schemas.microsoft.com/office/drawing/2014/main" id="{43B8538B-CDC8-4D09-9E0A-06D05740A5C1}"/>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The Random Controls Became a Clue</a:t>
            </a:r>
          </a:p>
        </p:txBody>
      </p:sp>
      <p:sp>
        <p:nvSpPr>
          <p:cNvPr id="267" name="Google Shape;267;p30">
            <a:extLst xmlns:a="http://schemas.openxmlformats.org/drawingml/2006/main">
              <a:ext uri="{FF2B5EF4-FFF2-40B4-BE49-F238E27FC236}">
                <a16:creationId xmlns:a16="http://schemas.microsoft.com/office/drawing/2014/main" id="{04F116C7-6336-4493-A1E6-001B2C25AFA9}"/>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268" name="Google Shape;268;p30">
            <a:extLst xmlns:a="http://schemas.openxmlformats.org/drawingml/2006/main">
              <a:ext uri="{FF2B5EF4-FFF2-40B4-BE49-F238E27FC236}">
                <a16:creationId xmlns:a16="http://schemas.microsoft.com/office/drawing/2014/main" id="{3332B89D-EFDA-4D93-8501-C25B77EE0DC7}"/>
              </a:ext>
            </a:extLst>
          </p:cNvPr>
          <p:cNvSpPr>
            <a:spLocks xmlns:a="http://schemas.openxmlformats.org/drawingml/2006/main" noGrp="1"/>
          </p:cNvSpPr>
          <p:nvPr/>
        </p:nvSpPr>
        <p:spPr>
          <a:xfrm xmlns:a="http://schemas.openxmlformats.org/drawingml/2006/main">
            <a:off x="571500" y="1681162"/>
            <a:ext cx="5550693"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2100" b="0" i="0" u="none" cap="none">
                <a:solidFill>
                  <a:srgbClr val="1F2937"/>
                </a:solidFill>
                <a:latin typeface="Merriweather"/>
                <a:ea typeface="Merriweather"/>
                <a:cs typeface="Merriweather"/>
              </a:rPr>
              <a:t>A broader circuit, not a tiny shortlist</a:t>
            </a:r>
          </a:p>
        </p:txBody>
      </p:sp>
      <p:sp>
        <p:nvSpPr>
          <p:cNvPr id="269" name="Google Shape;269;p30">
            <a:extLst xmlns:a="http://schemas.openxmlformats.org/drawingml/2006/main">
              <a:ext uri="{FF2B5EF4-FFF2-40B4-BE49-F238E27FC236}">
                <a16:creationId xmlns:a16="http://schemas.microsoft.com/office/drawing/2014/main" id="{AA3D222F-94D2-4D99-B51F-529C8EC4D796}"/>
              </a:ext>
            </a:extLst>
          </p:cNvPr>
          <p:cNvSpPr>
            <a:spLocks xmlns:a="http://schemas.openxmlformats.org/drawingml/2006/main" noGrp="1"/>
          </p:cNvSpPr>
          <p:nvPr/>
        </p:nvSpPr>
        <p:spPr>
          <a:xfrm xmlns:a="http://schemas.openxmlformats.org/drawingml/2006/main">
            <a:off x="571500" y="2214562"/>
            <a:ext cx="5286375"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0" i="0" u="none" cap="none">
                <a:solidFill>
                  <a:srgbClr val="4B5563"/>
                </a:solidFill>
                <a:latin typeface="Inter"/>
                <a:ea typeface="Inter"/>
                <a:cs typeface="Inter"/>
              </a:rPr>
              <a:t>Some random draws were damaging because they sampled real support heads near the original retrieval-head cluster.</a:t>
            </a:r>
          </a:p>
        </p:txBody>
      </p:sp>
      <p:sp>
        <p:nvSpPr>
          <p:cNvPr id="273" name="Google Shape;273;p30">
            <a:extLst xmlns:a="http://schemas.openxmlformats.org/drawingml/2006/main">
              <a:ext uri="{FF2B5EF4-FFF2-40B4-BE49-F238E27FC236}">
                <a16:creationId xmlns:a16="http://schemas.microsoft.com/office/drawing/2014/main" id="{F155BBAE-8E70-4605-A95A-1A2833CF744A}"/>
              </a:ext>
            </a:extLst>
          </p:cNvPr>
          <p:cNvSpPr>
            <a:spLocks xmlns:a="http://schemas.openxmlformats.org/drawingml/2006/main" noGrp="1"/>
          </p:cNvSpPr>
          <p:nvPr/>
        </p:nvSpPr>
        <p:spPr>
          <a:xfrm xmlns:a="http://schemas.openxmlformats.org/drawingml/2006/main">
            <a:off x="571500" y="3014662"/>
            <a:ext cx="5286375" cy="6858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274" name="Google Shape;274;p30">
            <a:extLst xmlns:a="http://schemas.openxmlformats.org/drawingml/2006/main">
              <a:ext uri="{FF2B5EF4-FFF2-40B4-BE49-F238E27FC236}">
                <a16:creationId xmlns:a16="http://schemas.microsoft.com/office/drawing/2014/main" id="{7F91D0FC-D548-44C2-B235-BC620B0D3BD6}"/>
              </a:ext>
            </a:extLst>
          </p:cNvPr>
          <p:cNvSpPr>
            <a:spLocks xmlns:a="http://schemas.openxmlformats.org/drawingml/2006/main" noGrp="1"/>
          </p:cNvSpPr>
          <p:nvPr/>
        </p:nvSpPr>
        <p:spPr>
          <a:xfrm xmlns:a="http://schemas.openxmlformats.org/drawingml/2006/main">
            <a:off x="1095375" y="3205162"/>
            <a:ext cx="45720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Broader sweep: identify active heads outside the original top-k list.</a:t>
            </a:r>
          </a:p>
        </p:txBody>
      </p:sp>
      <p:sp>
        <p:nvSpPr>
          <p:cNvPr id="275" name="Google Shape;275;p30">
            <a:extLst xmlns:a="http://schemas.openxmlformats.org/drawingml/2006/main">
              <a:ext uri="{FF2B5EF4-FFF2-40B4-BE49-F238E27FC236}">
                <a16:creationId xmlns:a16="http://schemas.microsoft.com/office/drawing/2014/main" id="{A1F21A42-CBFC-4A3D-874A-4068009242C0}"/>
              </a:ext>
            </a:extLst>
          </p:cNvPr>
          <p:cNvSpPr>
            <a:spLocks xmlns:a="http://schemas.openxmlformats.org/drawingml/2006/main" noGrp="1"/>
          </p:cNvSpPr>
          <p:nvPr/>
        </p:nvSpPr>
        <p:spPr>
          <a:xfrm xmlns:a="http://schemas.openxmlformats.org/drawingml/2006/main">
            <a:off x="571500" y="3014662"/>
            <a:ext cx="47625" cy="685800"/>
          </a:xfrm>
          <a:prstGeom xmlns:a="http://schemas.openxmlformats.org/drawingml/2006/main" prst="rect">
            <a:avLst/>
          </a:prstGeom>
          <a:solidFill xmlns:a="http://schemas.openxmlformats.org/drawingml/2006/main">
            <a:srgbClr val="C2410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276" name="Google Shape;276;p30">
            <a:extLst xmlns:a="http://schemas.openxmlformats.org/drawingml/2006/main">
              <a:ext uri="{FF2B5EF4-FFF2-40B4-BE49-F238E27FC236}">
                <a16:creationId xmlns:a16="http://schemas.microsoft.com/office/drawing/2014/main" id="{168F6F01-B861-4E97-A62C-E62D13460CDE}"/>
              </a:ext>
            </a:extLst>
          </p:cNvPr>
          <p:cNvSpPr>
            <a:spLocks xmlns:a="http://schemas.openxmlformats.org/drawingml/2006/main" noGrp="1"/>
          </p:cNvSpPr>
          <p:nvPr/>
        </p:nvSpPr>
        <p:spPr>
          <a:xfrm xmlns:a="http://schemas.openxmlformats.org/drawingml/2006/main">
            <a:off x="571500" y="3843337"/>
            <a:ext cx="5286375" cy="990600"/>
          </a:xfrm>
          <a:prstGeom xmlns:a="http://schemas.openxmlformats.org/drawingml/2006/main" prst="roundRect">
            <a:avLst>
              <a:gd name="adj" fmla="val 7692"/>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277" name="Google Shape;277;p30">
            <a:extLst xmlns:a="http://schemas.openxmlformats.org/drawingml/2006/main">
              <a:ext uri="{FF2B5EF4-FFF2-40B4-BE49-F238E27FC236}">
                <a16:creationId xmlns:a16="http://schemas.microsoft.com/office/drawing/2014/main" id="{226BA3B3-07FB-4A2A-AFDB-00AE7A248C50}"/>
              </a:ext>
            </a:extLst>
          </p:cNvPr>
          <p:cNvSpPr>
            <a:spLocks xmlns:a="http://schemas.openxmlformats.org/drawingml/2006/main" noGrp="1"/>
          </p:cNvSpPr>
          <p:nvPr/>
        </p:nvSpPr>
        <p:spPr>
          <a:xfrm xmlns:a="http://schemas.openxmlformats.org/drawingml/2006/main">
            <a:off x="1076325" y="4033837"/>
            <a:ext cx="459105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0" i="0" u="none" cap="none">
                <a:solidFill>
                  <a:srgbClr val="4B5563"/>
                </a:solidFill>
                <a:latin typeface="Inter"/>
                <a:ea typeface="Inter"/>
                <a:cs typeface="Inter"/>
              </a:rPr>
              <a:t>Group tests: separate address heads, non-address support, query-tail support, and controls.</a:t>
            </a:r>
          </a:p>
        </p:txBody>
      </p:sp>
      <p:sp>
        <p:nvSpPr>
          <p:cNvPr id="278" name="Google Shape;278;p30">
            <a:extLst xmlns:a="http://schemas.openxmlformats.org/drawingml/2006/main">
              <a:ext uri="{FF2B5EF4-FFF2-40B4-BE49-F238E27FC236}">
                <a16:creationId xmlns:a16="http://schemas.microsoft.com/office/drawing/2014/main" id="{877C1DCF-E198-49B0-A82B-63415002A4D5}"/>
              </a:ext>
            </a:extLst>
          </p:cNvPr>
          <p:cNvSpPr>
            <a:spLocks xmlns:a="http://schemas.openxmlformats.org/drawingml/2006/main" noGrp="1"/>
          </p:cNvSpPr>
          <p:nvPr/>
        </p:nvSpPr>
        <p:spPr>
          <a:xfrm xmlns:a="http://schemas.openxmlformats.org/drawingml/2006/main">
            <a:off x="571500" y="3843337"/>
            <a:ext cx="47625" cy="990600"/>
          </a:xfrm>
          <a:prstGeom xmlns:a="http://schemas.openxmlformats.org/drawingml/2006/main" prst="rect">
            <a:avLst/>
          </a:prstGeom>
          <a:solidFill xmlns:a="http://schemas.openxmlformats.org/drawingml/2006/main">
            <a:srgbClr val="C2410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279" name="Google Shape;279;p30">
            <a:extLst xmlns:a="http://schemas.openxmlformats.org/drawingml/2006/main">
              <a:ext uri="{FF2B5EF4-FFF2-40B4-BE49-F238E27FC236}">
                <a16:creationId xmlns:a16="http://schemas.microsoft.com/office/drawing/2014/main" id="{4063E1EE-4B03-4CF4-9398-C3449017FF7D}"/>
              </a:ext>
            </a:extLst>
          </p:cNvPr>
          <p:cNvSpPr>
            <a:spLocks xmlns:a="http://schemas.openxmlformats.org/drawingml/2006/main" noGrp="1"/>
          </p:cNvSpPr>
          <p:nvPr/>
        </p:nvSpPr>
        <p:spPr>
          <a:xfrm xmlns:a="http://schemas.openxmlformats.org/drawingml/2006/main">
            <a:off x="571500" y="4976812"/>
            <a:ext cx="5286375" cy="990600"/>
          </a:xfrm>
          <a:prstGeom xmlns:a="http://schemas.openxmlformats.org/drawingml/2006/main" prst="roundRect">
            <a:avLst>
              <a:gd name="adj" fmla="val 7692"/>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280" name="Google Shape;280;p30">
            <a:extLst xmlns:a="http://schemas.openxmlformats.org/drawingml/2006/main">
              <a:ext uri="{FF2B5EF4-FFF2-40B4-BE49-F238E27FC236}">
                <a16:creationId xmlns:a16="http://schemas.microsoft.com/office/drawing/2014/main" id="{B1E9298C-7253-410C-800B-ABB2D527E469}"/>
              </a:ext>
            </a:extLst>
          </p:cNvPr>
          <p:cNvSpPr>
            <a:spLocks xmlns:a="http://schemas.openxmlformats.org/drawingml/2006/main" noGrp="1"/>
          </p:cNvSpPr>
          <p:nvPr/>
        </p:nvSpPr>
        <p:spPr>
          <a:xfrm xmlns:a="http://schemas.openxmlformats.org/drawingml/2006/main">
            <a:off x="1076325" y="5167312"/>
            <a:ext cx="459105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0" i="0" u="none" cap="none">
                <a:solidFill>
                  <a:srgbClr val="4B5563"/>
                </a:solidFill>
                <a:latin typeface="Inter"/>
                <a:ea typeface="Inter"/>
                <a:cs typeface="Inter"/>
              </a:rPr>
              <a:t>Next question: which groups are necessary, and which actually carry answer identity?</a:t>
            </a:r>
          </a:p>
        </p:txBody>
      </p:sp>
      <p:sp>
        <p:nvSpPr>
          <p:cNvPr id="281" name="Google Shape;281;p30">
            <a:extLst xmlns:a="http://schemas.openxmlformats.org/drawingml/2006/main">
              <a:ext uri="{FF2B5EF4-FFF2-40B4-BE49-F238E27FC236}">
                <a16:creationId xmlns:a16="http://schemas.microsoft.com/office/drawing/2014/main" id="{A9B8D8DE-1030-46A7-AC4A-66B4EBF2496A}"/>
              </a:ext>
            </a:extLst>
          </p:cNvPr>
          <p:cNvSpPr>
            <a:spLocks xmlns:a="http://schemas.openxmlformats.org/drawingml/2006/main" noGrp="1"/>
          </p:cNvSpPr>
          <p:nvPr/>
        </p:nvSpPr>
        <p:spPr>
          <a:xfrm xmlns:a="http://schemas.openxmlformats.org/drawingml/2006/main">
            <a:off x="571500" y="4976812"/>
            <a:ext cx="47625" cy="990600"/>
          </a:xfrm>
          <a:prstGeom xmlns:a="http://schemas.openxmlformats.org/drawingml/2006/main" prst="rect">
            <a:avLst/>
          </a:prstGeom>
          <a:solidFill xmlns:a="http://schemas.openxmlformats.org/drawingml/2006/main">
            <a:srgbClr val="C2410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282" name="Google Shape;282;p30"/>
          <p:cNvPicPr>
            <a:picLocks xmlns:a="http://schemas.openxmlformats.org/drawingml/2006/main" noChangeAspect="1"/>
          </p:cNvPicPr>
          <p:nvPr/>
        </p:nvPicPr>
        <p:blipFill>
          <a:blip xmlns:r="http://schemas.openxmlformats.org/officeDocument/2006/relationships" xmlns:a="http://schemas.openxmlformats.org/drawingml/2006/main" r:embed="R6cf0601255c74caa"/>
          <a:srcRect xmlns:a="http://schemas.openxmlformats.org/drawingml/2006/main" l="0" t="0" r="0" b="0"/>
          <a:stretch xmlns:a="http://schemas.openxmlformats.org/drawingml/2006/main"/>
        </p:blipFill>
        <p:spPr>
          <a:xfrm xmlns:a="http://schemas.openxmlformats.org/drawingml/2006/main">
            <a:off x="809625" y="3248025"/>
            <a:ext cx="190500" cy="200025"/>
          </a:xfrm>
          <a:prstGeom xmlns:a="http://schemas.openxmlformats.org/drawingml/2006/main" prst="rect">
            <a:avLst/>
          </a:prstGeom>
        </p:spPr>
      </p:pic>
      <p:pic>
        <p:nvPicPr>
          <p:cNvPr id="283" name="Google Shape;283;p30"/>
          <p:cNvPicPr>
            <a:picLocks xmlns:a="http://schemas.openxmlformats.org/drawingml/2006/main" noChangeAspect="1"/>
          </p:cNvPicPr>
          <p:nvPr/>
        </p:nvPicPr>
        <p:blipFill>
          <a:blip xmlns:r="http://schemas.openxmlformats.org/officeDocument/2006/relationships" xmlns:a="http://schemas.openxmlformats.org/drawingml/2006/main" r:embed="R1262f2ce1b444562"/>
          <a:srcRect xmlns:a="http://schemas.openxmlformats.org/drawingml/2006/main" l="0" t="0" r="0" b="0"/>
          <a:stretch xmlns:a="http://schemas.openxmlformats.org/drawingml/2006/main"/>
        </p:blipFill>
        <p:spPr>
          <a:xfrm xmlns:a="http://schemas.openxmlformats.org/drawingml/2006/main">
            <a:off x="809625" y="4076700"/>
            <a:ext cx="171450" cy="200025"/>
          </a:xfrm>
          <a:prstGeom xmlns:a="http://schemas.openxmlformats.org/drawingml/2006/main" prst="rect">
            <a:avLst/>
          </a:prstGeom>
        </p:spPr>
      </p:pic>
      <p:pic>
        <p:nvPicPr>
          <p:cNvPr id="284" name="Google Shape;284;p30"/>
          <p:cNvPicPr>
            <a:picLocks xmlns:a="http://schemas.openxmlformats.org/drawingml/2006/main" noChangeAspect="1"/>
          </p:cNvPicPr>
          <p:nvPr/>
        </p:nvPicPr>
        <p:blipFill>
          <a:blip xmlns:r="http://schemas.openxmlformats.org/officeDocument/2006/relationships" xmlns:a="http://schemas.openxmlformats.org/drawingml/2006/main" r:embed="R1262f2ce1b444562"/>
          <a:srcRect xmlns:a="http://schemas.openxmlformats.org/drawingml/2006/main" l="0" t="0" r="0" b="0"/>
          <a:stretch xmlns:a="http://schemas.openxmlformats.org/drawingml/2006/main"/>
        </p:blipFill>
        <p:spPr>
          <a:xfrm xmlns:a="http://schemas.openxmlformats.org/drawingml/2006/main">
            <a:off x="809625" y="5210175"/>
            <a:ext cx="171450" cy="200025"/>
          </a:xfrm>
          <a:prstGeom xmlns:a="http://schemas.openxmlformats.org/drawingml/2006/main" prst="rect">
            <a:avLst/>
          </a:prstGeom>
        </p:spPr>
      </p:pic>
      <p:pic>
        <p:nvPicPr>
          <p:cNvPr id="285" name=""/>
          <p:cNvPicPr>
            <a:picLocks xmlns:a="http://schemas.openxmlformats.org/drawingml/2006/main" noChangeAspect="1"/>
          </p:cNvPicPr>
          <p:nvPr/>
        </p:nvPicPr>
        <p:blipFill>
          <a:blip xmlns:r="http://schemas.openxmlformats.org/officeDocument/2006/relationships" xmlns:a="http://schemas.openxmlformats.org/drawingml/2006/main" r:embed="R774cb378135f4edc"/>
          <a:stretch xmlns:a="http://schemas.openxmlformats.org/drawingml/2006/main"/>
        </p:blipFill>
        <p:spPr>
          <a:xfrm xmlns:a="http://schemas.openxmlformats.org/drawingml/2006/main">
            <a:off x="6334125" y="2131917"/>
            <a:ext cx="5286375" cy="2975167"/>
          </a:xfrm>
          <a:prstGeom xmlns:a="http://schemas.openxmlformats.org/drawingml/2006/main" prst="rect">
            <a:avLst/>
          </a:prstGeom>
        </p:spPr>
      </p:pic>
    </p:spTree>
    <p:extLst>
      <p:ext uri="{BB962C8B-B14F-4D97-AF65-F5344CB8AC3E}">
        <p14:creationId xmlns:p14="http://schemas.microsoft.com/office/powerpoint/2010/main" val="11818037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4" name="Google Shape;224;p26">
            <a:extLst xmlns:a="http://schemas.openxmlformats.org/drawingml/2006/main">
              <a:ext uri="{FF2B5EF4-FFF2-40B4-BE49-F238E27FC236}">
                <a16:creationId xmlns:a16="http://schemas.microsoft.com/office/drawing/2014/main" id="{52B96F29-32D5-44AE-9333-9EDB0FA889CD}"/>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The Circuit Splits into Address Heads and Support Heads</a:t>
            </a:r>
          </a:p>
        </p:txBody>
      </p:sp>
      <p:sp>
        <p:nvSpPr>
          <p:cNvPr id="225" name="Google Shape;225;p26">
            <a:extLst xmlns:a="http://schemas.openxmlformats.org/drawingml/2006/main">
              <a:ext uri="{FF2B5EF4-FFF2-40B4-BE49-F238E27FC236}">
                <a16:creationId xmlns:a16="http://schemas.microsoft.com/office/drawing/2014/main" id="{297C2658-4944-4D67-B172-67DC5B83786F}"/>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226" name=""/>
          <p:cNvPicPr>
            <a:picLocks xmlns:a="http://schemas.openxmlformats.org/drawingml/2006/main" noChangeAspect="1"/>
          </p:cNvPicPr>
          <p:nvPr/>
        </p:nvPicPr>
        <p:blipFill>
          <a:blip xmlns:r="http://schemas.openxmlformats.org/officeDocument/2006/relationships" xmlns:a="http://schemas.openxmlformats.org/drawingml/2006/main" r:embed="Re08b843384e944ea"/>
          <a:stretch xmlns:a="http://schemas.openxmlformats.org/drawingml/2006/main"/>
        </p:blipFill>
        <p:spPr>
          <a:xfrm xmlns:a="http://schemas.openxmlformats.org/drawingml/2006/main">
            <a:off x="2436450" y="1419225"/>
            <a:ext cx="7319101" cy="4962525"/>
          </a:xfrm>
          <a:prstGeom xmlns:a="http://schemas.openxmlformats.org/drawingml/2006/main" prst="rect">
            <a:avLst/>
          </a:prstGeom>
        </p:spPr>
      </p:pic>
    </p:spTree>
    <p:extLst>
      <p:ext uri="{BB962C8B-B14F-4D97-AF65-F5344CB8AC3E}">
        <p14:creationId xmlns:p14="http://schemas.microsoft.com/office/powerpoint/2010/main" val="16145449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250;p28"/>
          <p:cNvPicPr>
            <a:picLocks xmlns:a="http://schemas.openxmlformats.org/drawingml/2006/main" noChangeAspect="1"/>
          </p:cNvPicPr>
          <p:nvPr/>
        </p:nvPicPr>
        <p:blipFill>
          <a:blip xmlns:r="http://schemas.openxmlformats.org/officeDocument/2006/relationships" xmlns:a="http://schemas.openxmlformats.org/drawingml/2006/main" r:embed="R78f65a92c8bc451a"/>
          <a:srcRect xmlns:a="http://schemas.openxmlformats.org/drawingml/2006/main" l="0" t="0" r="0" b="0"/>
          <a:stretch xmlns:a="http://schemas.openxmlformats.org/drawingml/2006/main"/>
        </p:blipFill>
        <p:spPr>
          <a:xfrm xmlns:a="http://schemas.openxmlformats.org/drawingml/2006/main">
            <a:off x="571500" y="4581525"/>
            <a:ext cx="11049000" cy="1371600"/>
          </a:xfrm>
          <a:prstGeom xmlns:a="http://schemas.openxmlformats.org/drawingml/2006/main" prst="rect">
            <a:avLst/>
          </a:prstGeom>
        </p:spPr>
      </p:pic>
      <p:sp>
        <p:nvSpPr>
          <p:cNvPr id="251" name="Google Shape;251;p28">
            <a:extLst xmlns:a="http://schemas.openxmlformats.org/drawingml/2006/main">
              <a:ext uri="{FF2B5EF4-FFF2-40B4-BE49-F238E27FC236}">
                <a16:creationId xmlns:a16="http://schemas.microsoft.com/office/drawing/2014/main" id="{E58110BB-008D-4F0B-B1D5-75E0C841C552}"/>
              </a:ext>
            </a:extLst>
          </p:cNvPr>
          <p:cNvSpPr>
            <a:spLocks xmlns:a="http://schemas.openxmlformats.org/drawingml/2006/main" noGrp="1"/>
          </p:cNvSpPr>
          <p:nvPr/>
        </p:nvSpPr>
        <p:spPr>
          <a:xfrm xmlns:a="http://schemas.openxmlformats.org/drawingml/2006/main">
            <a:off x="571500" y="476250"/>
            <a:ext cx="11601600" cy="4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Necessity and Sufficiency Separate Cleanly</a:t>
            </a:r>
          </a:p>
        </p:txBody>
      </p:sp>
      <p:sp>
        <p:nvSpPr>
          <p:cNvPr id="252" name="Google Shape;252;p28">
            <a:extLst xmlns:a="http://schemas.openxmlformats.org/drawingml/2006/main">
              <a:ext uri="{FF2B5EF4-FFF2-40B4-BE49-F238E27FC236}">
                <a16:creationId xmlns:a16="http://schemas.microsoft.com/office/drawing/2014/main" id="{8F5BAC57-F55A-4A95-B86F-031DEFC34DD8}"/>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253" name="Google Shape;253;p28">
            <a:extLst xmlns:a="http://schemas.openxmlformats.org/drawingml/2006/main">
              <a:ext uri="{FF2B5EF4-FFF2-40B4-BE49-F238E27FC236}">
                <a16:creationId xmlns:a16="http://schemas.microsoft.com/office/drawing/2014/main" id="{E21B40B1-610C-453B-8F02-EDD0B231BDCF}"/>
              </a:ext>
            </a:extLst>
          </p:cNvPr>
          <p:cNvSpPr>
            <a:spLocks xmlns:a="http://schemas.openxmlformats.org/drawingml/2006/main" noGrp="1"/>
          </p:cNvSpPr>
          <p:nvPr/>
        </p:nvSpPr>
        <p:spPr>
          <a:xfrm xmlns:a="http://schemas.openxmlformats.org/drawingml/2006/main">
            <a:off x="571500" y="2038350"/>
            <a:ext cx="46491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0" i="0" u="none" cap="none">
                <a:solidFill>
                  <a:srgbClr val="4B5563"/>
                </a:solidFill>
                <a:latin typeface="Inter"/>
                <a:ea typeface="Inter"/>
                <a:cs typeface="Inter"/>
              </a:rPr>
              <a:t>Ablation finds what the model needs; patching finds what carries answer identity.</a:t>
            </a:r>
          </a:p>
        </p:txBody>
      </p:sp>
      <p:sp>
        <p:nvSpPr>
          <p:cNvPr id="254" name="Google Shape;254;p28">
            <a:extLst xmlns:a="http://schemas.openxmlformats.org/drawingml/2006/main">
              <a:ext uri="{FF2B5EF4-FFF2-40B4-BE49-F238E27FC236}">
                <a16:creationId xmlns:a16="http://schemas.microsoft.com/office/drawing/2014/main" id="{322895D7-7FEA-4CA8-95A1-B41F5B5D0E3D}"/>
              </a:ext>
            </a:extLst>
          </p:cNvPr>
          <p:cNvSpPr>
            <a:spLocks xmlns:a="http://schemas.openxmlformats.org/drawingml/2006/main" noGrp="1"/>
          </p:cNvSpPr>
          <p:nvPr/>
        </p:nvSpPr>
        <p:spPr>
          <a:xfrm xmlns:a="http://schemas.openxmlformats.org/drawingml/2006/main">
            <a:off x="762000" y="4962525"/>
            <a:ext cx="106680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Interpretation: support heads are crucial for the computation, but answer-address heads carry the transplantable answer signal.</a:t>
            </a:r>
          </a:p>
        </p:txBody>
      </p:sp>
      <p:pic>
        <p:nvPicPr>
          <p:cNvPr id="255" name=""/>
          <p:cNvPicPr>
            <a:picLocks xmlns:a="http://schemas.openxmlformats.org/drawingml/2006/main" noChangeAspect="1"/>
          </p:cNvPicPr>
          <p:nvPr/>
        </p:nvPicPr>
        <p:blipFill>
          <a:blip xmlns:r="http://schemas.openxmlformats.org/officeDocument/2006/relationships" xmlns:a="http://schemas.openxmlformats.org/drawingml/2006/main" r:embed="Raed7998d069f4596"/>
          <a:stretch xmlns:a="http://schemas.openxmlformats.org/drawingml/2006/main"/>
        </p:blipFill>
        <p:spPr>
          <a:xfrm xmlns:a="http://schemas.openxmlformats.org/drawingml/2006/main">
            <a:off x="6343358" y="1057200"/>
            <a:ext cx="4335059" cy="3524325"/>
          </a:xfrm>
          <a:prstGeom xmlns:a="http://schemas.openxmlformats.org/drawingml/2006/main" prst="rect">
            <a:avLst/>
          </a:prstGeom>
        </p:spPr>
      </p:pic>
    </p:spTree>
    <p:extLst>
      <p:ext uri="{BB962C8B-B14F-4D97-AF65-F5344CB8AC3E}">
        <p14:creationId xmlns:p14="http://schemas.microsoft.com/office/powerpoint/2010/main" val="12123388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4" name="Google Shape;224;p26">
            <a:extLst xmlns:a="http://schemas.openxmlformats.org/drawingml/2006/main">
              <a:ext uri="{FF2B5EF4-FFF2-40B4-BE49-F238E27FC236}">
                <a16:creationId xmlns:a16="http://schemas.microsoft.com/office/drawing/2014/main" id="{52B96F29-32D5-44AE-9333-9EDB0FA889CD}"/>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L22H7 Dominates the Answer-Content Pathway</a:t>
            </a:r>
          </a:p>
        </p:txBody>
      </p:sp>
      <p:sp>
        <p:nvSpPr>
          <p:cNvPr id="225" name="Google Shape;225;p26">
            <a:extLst xmlns:a="http://schemas.openxmlformats.org/drawingml/2006/main">
              <a:ext uri="{FF2B5EF4-FFF2-40B4-BE49-F238E27FC236}">
                <a16:creationId xmlns:a16="http://schemas.microsoft.com/office/drawing/2014/main" id="{297C2658-4944-4D67-B172-67DC5B83786F}"/>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226" name=""/>
          <p:cNvPicPr>
            <a:picLocks xmlns:a="http://schemas.openxmlformats.org/drawingml/2006/main" noChangeAspect="1"/>
          </p:cNvPicPr>
          <p:nvPr/>
        </p:nvPicPr>
        <p:blipFill>
          <a:blip xmlns:r="http://schemas.openxmlformats.org/officeDocument/2006/relationships" xmlns:a="http://schemas.openxmlformats.org/drawingml/2006/main" r:embed="Rd88a31401e5f4ea0"/>
          <a:stretch xmlns:a="http://schemas.openxmlformats.org/drawingml/2006/main"/>
        </p:blipFill>
        <p:spPr>
          <a:xfrm xmlns:a="http://schemas.openxmlformats.org/drawingml/2006/main">
            <a:off x="2165696" y="1419225"/>
            <a:ext cx="7860608" cy="4962525"/>
          </a:xfrm>
          <a:prstGeom xmlns:a="http://schemas.openxmlformats.org/drawingml/2006/main" prst="rect">
            <a:avLst/>
          </a:prstGeom>
        </p:spPr>
      </p:pic>
    </p:spTree>
    <p:extLst>
      <p:ext uri="{BB962C8B-B14F-4D97-AF65-F5344CB8AC3E}">
        <p14:creationId xmlns:p14="http://schemas.microsoft.com/office/powerpoint/2010/main" val="16145449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4" name="Google Shape;224;p26">
            <a:extLst xmlns:a="http://schemas.openxmlformats.org/drawingml/2006/main">
              <a:ext uri="{FF2B5EF4-FFF2-40B4-BE49-F238E27FC236}">
                <a16:creationId xmlns:a16="http://schemas.microsoft.com/office/drawing/2014/main" id="{52B96F29-32D5-44AE-9333-9EDB0FA889CD}"/>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L22H7 Generalizes Across Context Length and Position</a:t>
            </a:r>
          </a:p>
        </p:txBody>
      </p:sp>
      <p:sp>
        <p:nvSpPr>
          <p:cNvPr id="225" name="Google Shape;225;p26">
            <a:extLst xmlns:a="http://schemas.openxmlformats.org/drawingml/2006/main">
              <a:ext uri="{FF2B5EF4-FFF2-40B4-BE49-F238E27FC236}">
                <a16:creationId xmlns:a16="http://schemas.microsoft.com/office/drawing/2014/main" id="{297C2658-4944-4D67-B172-67DC5B83786F}"/>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226" name=""/>
          <p:cNvPicPr>
            <a:picLocks xmlns:a="http://schemas.openxmlformats.org/drawingml/2006/main" noChangeAspect="1"/>
          </p:cNvPicPr>
          <p:nvPr/>
        </p:nvPicPr>
        <p:blipFill>
          <a:blip xmlns:r="http://schemas.openxmlformats.org/officeDocument/2006/relationships" xmlns:a="http://schemas.openxmlformats.org/drawingml/2006/main" r:embed="Rbad75190c921455a"/>
          <a:stretch xmlns:a="http://schemas.openxmlformats.org/drawingml/2006/main"/>
        </p:blipFill>
        <p:spPr>
          <a:xfrm xmlns:a="http://schemas.openxmlformats.org/drawingml/2006/main">
            <a:off x="2633093" y="1419225"/>
            <a:ext cx="6925814" cy="4962525"/>
          </a:xfrm>
          <a:prstGeom xmlns:a="http://schemas.openxmlformats.org/drawingml/2006/main" prst="rect">
            <a:avLst/>
          </a:prstGeom>
        </p:spPr>
      </p:pic>
    </p:spTree>
    <p:extLst>
      <p:ext uri="{BB962C8B-B14F-4D97-AF65-F5344CB8AC3E}">
        <p14:creationId xmlns:p14="http://schemas.microsoft.com/office/powerpoint/2010/main" val="16145449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306;p32"/>
          <p:cNvPicPr>
            <a:picLocks xmlns:a="http://schemas.openxmlformats.org/drawingml/2006/main" noChangeAspect="1"/>
          </p:cNvPicPr>
          <p:nvPr/>
        </p:nvPicPr>
        <p:blipFill>
          <a:blip xmlns:r="http://schemas.openxmlformats.org/officeDocument/2006/relationships" xmlns:a="http://schemas.openxmlformats.org/drawingml/2006/main" r:embed="Re34edf65fb374a70"/>
          <a:srcRect xmlns:a="http://schemas.openxmlformats.org/drawingml/2006/main" l="0" t="0" r="0" b="0"/>
          <a:stretch xmlns:a="http://schemas.openxmlformats.org/drawingml/2006/main"/>
        </p:blipFill>
        <p:spPr>
          <a:xfrm xmlns:a="http://schemas.openxmlformats.org/drawingml/2006/main">
            <a:off x="571500" y="1419225"/>
            <a:ext cx="3492549" cy="4962525"/>
          </a:xfrm>
          <a:prstGeom xmlns:a="http://schemas.openxmlformats.org/drawingml/2006/main" prst="rect">
            <a:avLst/>
          </a:prstGeom>
        </p:spPr>
      </p:pic>
      <p:pic>
        <p:nvPicPr>
          <p:cNvPr id="2" name="Google Shape;307;p32"/>
          <p:cNvPicPr>
            <a:picLocks xmlns:a="http://schemas.openxmlformats.org/drawingml/2006/main" noChangeAspect="1"/>
          </p:cNvPicPr>
          <p:nvPr/>
        </p:nvPicPr>
        <p:blipFill>
          <a:blip xmlns:r="http://schemas.openxmlformats.org/officeDocument/2006/relationships" xmlns:a="http://schemas.openxmlformats.org/drawingml/2006/main" r:embed="R18a74441cc124d25"/>
          <a:srcRect xmlns:a="http://schemas.openxmlformats.org/drawingml/2006/main" l="0" t="0" r="0" b="0"/>
          <a:stretch xmlns:a="http://schemas.openxmlformats.org/drawingml/2006/main"/>
        </p:blipFill>
        <p:spPr>
          <a:xfrm xmlns:a="http://schemas.openxmlformats.org/drawingml/2006/main">
            <a:off x="4349799" y="1419225"/>
            <a:ext cx="3492549" cy="4962525"/>
          </a:xfrm>
          <a:prstGeom xmlns:a="http://schemas.openxmlformats.org/drawingml/2006/main" prst="rect">
            <a:avLst/>
          </a:prstGeom>
        </p:spPr>
      </p:pic>
      <p:pic>
        <p:nvPicPr>
          <p:cNvPr id="3" name="Google Shape;308;p32"/>
          <p:cNvPicPr>
            <a:picLocks xmlns:a="http://schemas.openxmlformats.org/drawingml/2006/main" noChangeAspect="1"/>
          </p:cNvPicPr>
          <p:nvPr/>
        </p:nvPicPr>
        <p:blipFill>
          <a:blip xmlns:r="http://schemas.openxmlformats.org/officeDocument/2006/relationships" xmlns:a="http://schemas.openxmlformats.org/drawingml/2006/main" r:embed="R29db01726bc5420d"/>
          <a:srcRect xmlns:a="http://schemas.openxmlformats.org/drawingml/2006/main" l="0" t="0" r="0" b="0"/>
          <a:stretch xmlns:a="http://schemas.openxmlformats.org/drawingml/2006/main"/>
        </p:blipFill>
        <p:spPr>
          <a:xfrm xmlns:a="http://schemas.openxmlformats.org/drawingml/2006/main">
            <a:off x="8128099" y="1419225"/>
            <a:ext cx="3492549" cy="4962525"/>
          </a:xfrm>
          <a:prstGeom xmlns:a="http://schemas.openxmlformats.org/drawingml/2006/main" prst="rect">
            <a:avLst/>
          </a:prstGeom>
        </p:spPr>
      </p:pic>
      <p:sp>
        <p:nvSpPr>
          <p:cNvPr id="309" name="Google Shape;309;p32">
            <a:extLst xmlns:a="http://schemas.openxmlformats.org/drawingml/2006/main">
              <a:ext uri="{FF2B5EF4-FFF2-40B4-BE49-F238E27FC236}">
                <a16:creationId xmlns:a16="http://schemas.microsoft.com/office/drawing/2014/main" id="{F9C4CA2D-2512-4531-BA98-95AEF5174A2C}"/>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Synthesis: Important Heads Have Different Roles</a:t>
            </a:r>
          </a:p>
        </p:txBody>
      </p:sp>
      <p:sp>
        <p:nvSpPr>
          <p:cNvPr id="310" name="Google Shape;310;p32">
            <a:extLst xmlns:a="http://schemas.openxmlformats.org/drawingml/2006/main">
              <a:ext uri="{FF2B5EF4-FFF2-40B4-BE49-F238E27FC236}">
                <a16:creationId xmlns:a16="http://schemas.microsoft.com/office/drawing/2014/main" id="{FC32593E-F963-472D-86BD-FDBDE6430CFA}"/>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311" name="Google Shape;311;p32"/>
          <p:cNvPicPr>
            <a:picLocks xmlns:a="http://schemas.openxmlformats.org/drawingml/2006/main" noChangeAspect="1"/>
          </p:cNvPicPr>
          <p:nvPr/>
        </p:nvPicPr>
        <p:blipFill>
          <a:blip xmlns:r="http://schemas.openxmlformats.org/officeDocument/2006/relationships" xmlns:a="http://schemas.openxmlformats.org/drawingml/2006/main" r:embed="R671cc6dd54bc49b3"/>
          <a:srcRect xmlns:a="http://schemas.openxmlformats.org/drawingml/2006/main" l="0" t="0" r="0" b="0"/>
          <a:stretch xmlns:a="http://schemas.openxmlformats.org/drawingml/2006/main"/>
        </p:blipFill>
        <p:spPr>
          <a:xfrm xmlns:a="http://schemas.openxmlformats.org/drawingml/2006/main">
            <a:off x="1889075" y="1714500"/>
            <a:ext cx="857250" cy="857250"/>
          </a:xfrm>
          <a:prstGeom xmlns:a="http://schemas.openxmlformats.org/drawingml/2006/main" prst="rect">
            <a:avLst/>
          </a:prstGeom>
        </p:spPr>
      </p:pic>
      <p:sp>
        <p:nvSpPr>
          <p:cNvPr id="312" name="Google Shape;312;p32">
            <a:extLst xmlns:a="http://schemas.openxmlformats.org/drawingml/2006/main">
              <a:ext uri="{FF2B5EF4-FFF2-40B4-BE49-F238E27FC236}">
                <a16:creationId xmlns:a16="http://schemas.microsoft.com/office/drawing/2014/main" id="{F4CBA9DF-EC16-4E53-91C4-27D1BCE60E7B}"/>
              </a:ext>
            </a:extLst>
          </p:cNvPr>
          <p:cNvSpPr>
            <a:spLocks xmlns:a="http://schemas.openxmlformats.org/drawingml/2006/main" noGrp="1"/>
          </p:cNvSpPr>
          <p:nvPr/>
        </p:nvSpPr>
        <p:spPr>
          <a:xfrm xmlns:a="http://schemas.openxmlformats.org/drawingml/2006/main">
            <a:off x="1707624" y="2762250"/>
            <a:ext cx="1220152"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Address / content</a:t>
            </a:r>
          </a:p>
        </p:txBody>
      </p:sp>
      <p:sp>
        <p:nvSpPr>
          <p:cNvPr id="313" name="Google Shape;313;p32">
            <a:extLst xmlns:a="http://schemas.openxmlformats.org/drawingml/2006/main">
              <a:ext uri="{FF2B5EF4-FFF2-40B4-BE49-F238E27FC236}">
                <a16:creationId xmlns:a16="http://schemas.microsoft.com/office/drawing/2014/main" id="{A9B61CA9-AD01-46D7-8C44-ECF4E81E6B61}"/>
              </a:ext>
            </a:extLst>
          </p:cNvPr>
          <p:cNvSpPr>
            <a:spLocks xmlns:a="http://schemas.openxmlformats.org/drawingml/2006/main" noGrp="1"/>
          </p:cNvSpPr>
          <p:nvPr/>
        </p:nvSpPr>
        <p:spPr>
          <a:xfrm xmlns:a="http://schemas.openxmlformats.org/drawingml/2006/main">
            <a:off x="1041350" y="3438525"/>
            <a:ext cx="2552700" cy="9143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0" i="0" u="none" cap="none">
                <a:solidFill>
                  <a:srgbClr val="4B5563"/>
                </a:solidFill>
                <a:latin typeface="Inter"/>
                <a:ea typeface="Inter"/>
                <a:cs typeface="Inter"/>
              </a:rPr>
              <a:t>L22H7 attends to the answer span and carries the clean answer under patching.</a:t>
            </a:r>
          </a:p>
        </p:txBody>
      </p:sp>
      <p:pic>
        <p:nvPicPr>
          <p:cNvPr id="314" name="Google Shape;314;p32"/>
          <p:cNvPicPr>
            <a:picLocks xmlns:a="http://schemas.openxmlformats.org/drawingml/2006/main" noChangeAspect="1"/>
          </p:cNvPicPr>
          <p:nvPr/>
        </p:nvPicPr>
        <p:blipFill>
          <a:blip xmlns:r="http://schemas.openxmlformats.org/officeDocument/2006/relationships" xmlns:a="http://schemas.openxmlformats.org/drawingml/2006/main" r:embed="R9bb82d2e44584e73"/>
          <a:srcRect xmlns:a="http://schemas.openxmlformats.org/drawingml/2006/main" l="0" t="0" r="0" b="0"/>
          <a:stretch xmlns:a="http://schemas.openxmlformats.org/drawingml/2006/main"/>
        </p:blipFill>
        <p:spPr>
          <a:xfrm xmlns:a="http://schemas.openxmlformats.org/drawingml/2006/main">
            <a:off x="5667375" y="1714500"/>
            <a:ext cx="857250" cy="857250"/>
          </a:xfrm>
          <a:prstGeom xmlns:a="http://schemas.openxmlformats.org/drawingml/2006/main" prst="rect">
            <a:avLst/>
          </a:prstGeom>
        </p:spPr>
      </p:pic>
      <p:sp>
        <p:nvSpPr>
          <p:cNvPr id="315" name="Google Shape;315;p32">
            <a:extLst xmlns:a="http://schemas.openxmlformats.org/drawingml/2006/main">
              <a:ext uri="{FF2B5EF4-FFF2-40B4-BE49-F238E27FC236}">
                <a16:creationId xmlns:a16="http://schemas.microsoft.com/office/drawing/2014/main" id="{EBA7745E-DCD3-4888-8DEA-74A029BA9EFA}"/>
              </a:ext>
            </a:extLst>
          </p:cNvPr>
          <p:cNvSpPr>
            <a:spLocks xmlns:a="http://schemas.openxmlformats.org/drawingml/2006/main" noGrp="1"/>
          </p:cNvSpPr>
          <p:nvPr/>
        </p:nvSpPr>
        <p:spPr>
          <a:xfrm xmlns:a="http://schemas.openxmlformats.org/drawingml/2006/main">
            <a:off x="5445918" y="2762250"/>
            <a:ext cx="1300162"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Support</a:t>
            </a:r>
          </a:p>
        </p:txBody>
      </p:sp>
      <p:sp>
        <p:nvSpPr>
          <p:cNvPr id="316" name="Google Shape;316;p32">
            <a:extLst xmlns:a="http://schemas.openxmlformats.org/drawingml/2006/main">
              <a:ext uri="{FF2B5EF4-FFF2-40B4-BE49-F238E27FC236}">
                <a16:creationId xmlns:a16="http://schemas.microsoft.com/office/drawing/2014/main" id="{258C1149-9CED-4F90-8C0D-82654BB00ED0}"/>
              </a:ext>
            </a:extLst>
          </p:cNvPr>
          <p:cNvSpPr>
            <a:spLocks xmlns:a="http://schemas.openxmlformats.org/drawingml/2006/main" noGrp="1"/>
          </p:cNvSpPr>
          <p:nvPr/>
        </p:nvSpPr>
        <p:spPr>
          <a:xfrm xmlns:a="http://schemas.openxmlformats.org/drawingml/2006/main">
            <a:off x="4645074" y="3438525"/>
            <a:ext cx="2901999"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1" i="0" u="none" cap="none">
                <a:solidFill>
                  <a:srgbClr val="4B5563"/>
                </a:solidFill>
                <a:latin typeface="Inter"/>
                <a:ea typeface="Inter"/>
                <a:cs typeface="Inter"/>
              </a:rPr>
              <a:t>Non-address and query-tail heads are necessary but weak answer donors.</a:t>
            </a:r>
          </a:p>
        </p:txBody>
      </p:sp>
      <p:pic>
        <p:nvPicPr>
          <p:cNvPr id="317" name="Google Shape;317;p32"/>
          <p:cNvPicPr>
            <a:picLocks xmlns:a="http://schemas.openxmlformats.org/drawingml/2006/main" noChangeAspect="1"/>
          </p:cNvPicPr>
          <p:nvPr/>
        </p:nvPicPr>
        <p:blipFill>
          <a:blip xmlns:r="http://schemas.openxmlformats.org/officeDocument/2006/relationships" xmlns:a="http://schemas.openxmlformats.org/drawingml/2006/main" r:embed="R03e3ded7389141c1"/>
          <a:srcRect xmlns:a="http://schemas.openxmlformats.org/drawingml/2006/main" l="0" t="0" r="0" b="0"/>
          <a:stretch xmlns:a="http://schemas.openxmlformats.org/drawingml/2006/main"/>
        </p:blipFill>
        <p:spPr>
          <a:xfrm xmlns:a="http://schemas.openxmlformats.org/drawingml/2006/main">
            <a:off x="9445674" y="1714500"/>
            <a:ext cx="857250" cy="857250"/>
          </a:xfrm>
          <a:prstGeom xmlns:a="http://schemas.openxmlformats.org/drawingml/2006/main" prst="rect">
            <a:avLst/>
          </a:prstGeom>
        </p:spPr>
      </p:pic>
      <p:sp>
        <p:nvSpPr>
          <p:cNvPr id="318" name="Google Shape;318;p32">
            <a:extLst xmlns:a="http://schemas.openxmlformats.org/drawingml/2006/main">
              <a:ext uri="{FF2B5EF4-FFF2-40B4-BE49-F238E27FC236}">
                <a16:creationId xmlns:a16="http://schemas.microsoft.com/office/drawing/2014/main" id="{8DA5A650-A9D0-45FE-9710-61E8300CA0D9}"/>
              </a:ext>
            </a:extLst>
          </p:cNvPr>
          <p:cNvSpPr>
            <a:spLocks xmlns:a="http://schemas.openxmlformats.org/drawingml/2006/main" noGrp="1"/>
          </p:cNvSpPr>
          <p:nvPr/>
        </p:nvSpPr>
        <p:spPr>
          <a:xfrm xmlns:a="http://schemas.openxmlformats.org/drawingml/2006/main">
            <a:off x="9109203" y="2762250"/>
            <a:ext cx="1530191"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1F2937"/>
                </a:solidFill>
                <a:latin typeface="Merriweather"/>
                <a:ea typeface="Merriweather"/>
                <a:cs typeface="Merriweather"/>
              </a:rPr>
              <a:t>Result</a:t>
            </a:r>
          </a:p>
        </p:txBody>
      </p:sp>
      <p:sp>
        <p:nvSpPr>
          <p:cNvPr id="319" name="Google Shape;319;p32">
            <a:extLst xmlns:a="http://schemas.openxmlformats.org/drawingml/2006/main">
              <a:ext uri="{FF2B5EF4-FFF2-40B4-BE49-F238E27FC236}">
                <a16:creationId xmlns:a16="http://schemas.microsoft.com/office/drawing/2014/main" id="{985AD36F-A761-4BD5-8D29-D07F4696E8AA}"/>
              </a:ext>
            </a:extLst>
          </p:cNvPr>
          <p:cNvSpPr>
            <a:spLocks xmlns:a="http://schemas.openxmlformats.org/drawingml/2006/main" noGrp="1"/>
          </p:cNvSpPr>
          <p:nvPr/>
        </p:nvSpPr>
        <p:spPr>
          <a:xfrm xmlns:a="http://schemas.openxmlformats.org/drawingml/2006/main">
            <a:off x="8423374" y="3438525"/>
            <a:ext cx="2901999" cy="12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33333"/>
              </a:lnSpc>
              <a:spcBef>
                <a:spcPts val="0"/>
              </a:spcBef>
              <a:spcAft>
                <a:spcPts val="0"/>
              </a:spcAft>
              <a:buNone/>
            </a:pPr>
            <a:r>
              <a:rPr sz="1500" b="1" i="0" u="none" cap="none">
                <a:solidFill>
                  <a:srgbClr val="4B5563"/>
                </a:solidFill>
                <a:latin typeface="Inter"/>
                <a:ea typeface="Inter"/>
                <a:cs typeface="Inter"/>
              </a:rPr>
              <a:t>Semantic retrieval is a role-decomposed circuit, not a flat head ranking.</a:t>
            </a:r>
          </a:p>
        </p:txBody>
      </p:sp>
      <p:pic>
        <p:nvPicPr>
          <p:cNvPr id="320" name="Google Shape;320;p32"/>
          <p:cNvPicPr>
            <a:picLocks xmlns:a="http://schemas.openxmlformats.org/drawingml/2006/main" noChangeAspect="1"/>
          </p:cNvPicPr>
          <p:nvPr/>
        </p:nvPicPr>
        <p:blipFill>
          <a:blip xmlns:r="http://schemas.openxmlformats.org/officeDocument/2006/relationships" xmlns:a="http://schemas.openxmlformats.org/drawingml/2006/main" r:embed="R45b9172f86e84001"/>
          <a:srcRect xmlns:a="http://schemas.openxmlformats.org/drawingml/2006/main" l="0" t="0" r="0" b="0"/>
          <a:stretch xmlns:a="http://schemas.openxmlformats.org/drawingml/2006/main"/>
        </p:blipFill>
        <p:spPr>
          <a:xfrm xmlns:a="http://schemas.openxmlformats.org/drawingml/2006/main">
            <a:off x="2089100" y="1914525"/>
            <a:ext cx="457200" cy="457200"/>
          </a:xfrm>
          <a:prstGeom xmlns:a="http://schemas.openxmlformats.org/drawingml/2006/main" prst="rect">
            <a:avLst/>
          </a:prstGeom>
        </p:spPr>
      </p:pic>
      <p:pic>
        <p:nvPicPr>
          <p:cNvPr id="321" name="Google Shape;321;p32"/>
          <p:cNvPicPr>
            <a:picLocks xmlns:a="http://schemas.openxmlformats.org/drawingml/2006/main" noChangeAspect="1"/>
          </p:cNvPicPr>
          <p:nvPr/>
        </p:nvPicPr>
        <p:blipFill>
          <a:blip xmlns:r="http://schemas.openxmlformats.org/officeDocument/2006/relationships" xmlns:a="http://schemas.openxmlformats.org/drawingml/2006/main" r:embed="R6f6d4f0f51a04c03"/>
          <a:srcRect xmlns:a="http://schemas.openxmlformats.org/drawingml/2006/main" l="0" t="0" r="0" b="0"/>
          <a:stretch xmlns:a="http://schemas.openxmlformats.org/drawingml/2006/main"/>
        </p:blipFill>
        <p:spPr>
          <a:xfrm xmlns:a="http://schemas.openxmlformats.org/drawingml/2006/main">
            <a:off x="5810250" y="1914525"/>
            <a:ext cx="571500" cy="457200"/>
          </a:xfrm>
          <a:prstGeom xmlns:a="http://schemas.openxmlformats.org/drawingml/2006/main" prst="rect">
            <a:avLst/>
          </a:prstGeom>
        </p:spPr>
      </p:pic>
      <p:pic>
        <p:nvPicPr>
          <p:cNvPr id="322" name="Google Shape;322;p32"/>
          <p:cNvPicPr>
            <a:picLocks xmlns:a="http://schemas.openxmlformats.org/drawingml/2006/main" noChangeAspect="1"/>
          </p:cNvPicPr>
          <p:nvPr/>
        </p:nvPicPr>
        <p:blipFill>
          <a:blip xmlns:r="http://schemas.openxmlformats.org/officeDocument/2006/relationships" xmlns:a="http://schemas.openxmlformats.org/drawingml/2006/main" r:embed="Rcaceb2b899e8496f"/>
          <a:srcRect xmlns:a="http://schemas.openxmlformats.org/drawingml/2006/main" l="0" t="0" r="0" b="0"/>
          <a:stretch xmlns:a="http://schemas.openxmlformats.org/drawingml/2006/main"/>
        </p:blipFill>
        <p:spPr>
          <a:xfrm xmlns:a="http://schemas.openxmlformats.org/drawingml/2006/main">
            <a:off x="9588549" y="1914525"/>
            <a:ext cx="571500" cy="457200"/>
          </a:xfrm>
          <a:prstGeom xmlns:a="http://schemas.openxmlformats.org/drawingml/2006/main" prst="rect">
            <a:avLst/>
          </a:prstGeom>
        </p:spPr>
      </p:pic>
    </p:spTree>
    <p:extLst>
      <p:ext uri="{BB962C8B-B14F-4D97-AF65-F5344CB8AC3E}">
        <p14:creationId xmlns:p14="http://schemas.microsoft.com/office/powerpoint/2010/main" val="12963361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 name="Google Shape;328;p33"/>
          <p:cNvPicPr>
            <a:picLocks xmlns:a="http://schemas.openxmlformats.org/drawingml/2006/main" noChangeAspect="1"/>
          </p:cNvPicPr>
          <p:nvPr/>
        </p:nvPicPr>
        <p:blipFill>
          <a:blip xmlns:r="http://schemas.openxmlformats.org/officeDocument/2006/relationships" xmlns:a="http://schemas.openxmlformats.org/drawingml/2006/main" r:embed="Rfdea45080ab04606"/>
          <a:srcRect xmlns:a="http://schemas.openxmlformats.org/drawingml/2006/main" l="0" t="0" r="0" b="0"/>
          <a:stretch xmlns:a="http://schemas.openxmlformats.org/drawingml/2006/main"/>
        </p:blipFill>
        <p:spPr>
          <a:xfrm xmlns:a="http://schemas.openxmlformats.org/drawingml/2006/main">
            <a:off x="7548562" y="2471737"/>
            <a:ext cx="2857500" cy="2857500"/>
          </a:xfrm>
          <a:prstGeom xmlns:a="http://schemas.openxmlformats.org/drawingml/2006/main" prst="rect">
            <a:avLst/>
          </a:prstGeom>
        </p:spPr>
      </p:pic>
      <p:sp>
        <p:nvSpPr>
          <p:cNvPr id="329" name="Google Shape;329;p33">
            <a:extLst xmlns:a="http://schemas.openxmlformats.org/drawingml/2006/main">
              <a:ext uri="{FF2B5EF4-FFF2-40B4-BE49-F238E27FC236}">
                <a16:creationId xmlns:a16="http://schemas.microsoft.com/office/drawing/2014/main" id="{986FAA16-AA71-4EE0-9570-1C528333E997}"/>
              </a:ext>
            </a:extLst>
          </p:cNvPr>
          <p:cNvSpPr>
            <a:spLocks xmlns:a="http://schemas.openxmlformats.org/drawingml/2006/main" noGrp="1"/>
          </p:cNvSpPr>
          <p:nvPr/>
        </p:nvSpPr>
        <p:spPr>
          <a:xfrm xmlns:a="http://schemas.openxmlformats.org/drawingml/2006/main">
            <a:off x="571500" y="476250"/>
            <a:ext cx="11601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i="0" u="none" cap="none">
                <a:solidFill>
                  <a:srgbClr val="C2410C"/>
                </a:solidFill>
                <a:latin typeface="Merriweather"/>
                <a:ea typeface="Merriweather"/>
                <a:cs typeface="Merriweather"/>
              </a:rPr>
              <a:t>Limitations &amp; Future Work</a:t>
            </a:r>
          </a:p>
        </p:txBody>
      </p:sp>
      <p:sp>
        <p:nvSpPr>
          <p:cNvPr id="330" name="Google Shape;330;p33">
            <a:extLst xmlns:a="http://schemas.openxmlformats.org/drawingml/2006/main">
              <a:ext uri="{FF2B5EF4-FFF2-40B4-BE49-F238E27FC236}">
                <a16:creationId xmlns:a16="http://schemas.microsoft.com/office/drawing/2014/main" id="{44D7168E-DB08-4FE1-976C-B932870DBF51}"/>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31" name="Google Shape;331;p33">
            <a:extLst xmlns:a="http://schemas.openxmlformats.org/drawingml/2006/main">
              <a:ext uri="{FF2B5EF4-FFF2-40B4-BE49-F238E27FC236}">
                <a16:creationId xmlns:a16="http://schemas.microsoft.com/office/drawing/2014/main" id="{B5866BC2-1EC9-4555-8A1C-3AD38ED7B7D9}"/>
              </a:ext>
            </a:extLst>
          </p:cNvPr>
          <p:cNvSpPr>
            <a:spLocks xmlns:a="http://schemas.openxmlformats.org/drawingml/2006/main" noGrp="1"/>
          </p:cNvSpPr>
          <p:nvPr/>
        </p:nvSpPr>
        <p:spPr>
          <a:xfrm xmlns:a="http://schemas.openxmlformats.org/drawingml/2006/main">
            <a:off x="571500" y="1814512"/>
            <a:ext cx="5286375" cy="1295400"/>
          </a:xfrm>
          <a:prstGeom xmlns:a="http://schemas.openxmlformats.org/drawingml/2006/main" prst="roundRect">
            <a:avLst>
              <a:gd name="adj" fmla="val 5882"/>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32" name="Google Shape;332;p33">
            <a:extLst xmlns:a="http://schemas.openxmlformats.org/drawingml/2006/main">
              <a:ext uri="{FF2B5EF4-FFF2-40B4-BE49-F238E27FC236}">
                <a16:creationId xmlns:a16="http://schemas.microsoft.com/office/drawing/2014/main" id="{5B3D8D1F-AA72-445C-A074-CE728FD64AD6}"/>
              </a:ext>
            </a:extLst>
          </p:cNvPr>
          <p:cNvSpPr>
            <a:spLocks xmlns:a="http://schemas.openxmlformats.org/drawingml/2006/main" noGrp="1"/>
          </p:cNvSpPr>
          <p:nvPr/>
        </p:nvSpPr>
        <p:spPr>
          <a:xfrm xmlns:a="http://schemas.openxmlformats.org/drawingml/2006/main">
            <a:off x="1123950" y="2005012"/>
            <a:ext cx="4543425"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Controlled prompts: Great for mechanism tests, but still synthetic rather than natural documents.</a:t>
            </a:r>
          </a:p>
        </p:txBody>
      </p:sp>
      <p:sp>
        <p:nvSpPr>
          <p:cNvPr id="333" name="Google Shape;333;p33">
            <a:extLst xmlns:a="http://schemas.openxmlformats.org/drawingml/2006/main">
              <a:ext uri="{FF2B5EF4-FFF2-40B4-BE49-F238E27FC236}">
                <a16:creationId xmlns:a16="http://schemas.microsoft.com/office/drawing/2014/main" id="{3ECCE474-4DF2-45CD-B934-FF9FAE4F1E97}"/>
              </a:ext>
            </a:extLst>
          </p:cNvPr>
          <p:cNvSpPr>
            <a:spLocks xmlns:a="http://schemas.openxmlformats.org/drawingml/2006/main" noGrp="1"/>
          </p:cNvSpPr>
          <p:nvPr/>
        </p:nvSpPr>
        <p:spPr>
          <a:xfrm xmlns:a="http://schemas.openxmlformats.org/drawingml/2006/main">
            <a:off x="571500" y="1814512"/>
            <a:ext cx="47625" cy="1295400"/>
          </a:xfrm>
          <a:prstGeom xmlns:a="http://schemas.openxmlformats.org/drawingml/2006/main" prst="rect">
            <a:avLst/>
          </a:prstGeom>
          <a:solidFill xmlns:a="http://schemas.openxmlformats.org/drawingml/2006/main">
            <a:srgbClr val="C2410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34" name="Google Shape;334;p33">
            <a:extLst xmlns:a="http://schemas.openxmlformats.org/drawingml/2006/main">
              <a:ext uri="{FF2B5EF4-FFF2-40B4-BE49-F238E27FC236}">
                <a16:creationId xmlns:a16="http://schemas.microsoft.com/office/drawing/2014/main" id="{E9684C46-A145-469E-960F-685D04C5B0EE}"/>
              </a:ext>
            </a:extLst>
          </p:cNvPr>
          <p:cNvSpPr>
            <a:spLocks xmlns:a="http://schemas.openxmlformats.org/drawingml/2006/main" noGrp="1"/>
          </p:cNvSpPr>
          <p:nvPr/>
        </p:nvSpPr>
        <p:spPr>
          <a:xfrm xmlns:a="http://schemas.openxmlformats.org/drawingml/2006/main">
            <a:off x="571500" y="3252787"/>
            <a:ext cx="5286375" cy="1295400"/>
          </a:xfrm>
          <a:prstGeom xmlns:a="http://schemas.openxmlformats.org/drawingml/2006/main" prst="roundRect">
            <a:avLst>
              <a:gd name="adj" fmla="val 5882"/>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35" name="Google Shape;335;p33">
            <a:extLst xmlns:a="http://schemas.openxmlformats.org/drawingml/2006/main">
              <a:ext uri="{FF2B5EF4-FFF2-40B4-BE49-F238E27FC236}">
                <a16:creationId xmlns:a16="http://schemas.microsoft.com/office/drawing/2014/main" id="{6DBA5991-664D-4898-BCAA-AA0774B774B4}"/>
              </a:ext>
            </a:extLst>
          </p:cNvPr>
          <p:cNvSpPr>
            <a:spLocks xmlns:a="http://schemas.openxmlformats.org/drawingml/2006/main" noGrp="1"/>
          </p:cNvSpPr>
          <p:nvPr/>
        </p:nvSpPr>
        <p:spPr>
          <a:xfrm xmlns:a="http://schemas.openxmlformats.org/drawingml/2006/main">
            <a:off x="1095375" y="3443287"/>
            <a:ext cx="457200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One model: Current evidence is for Qwen2.5-1.5B-Instruct; other models may use different circuits.</a:t>
            </a:r>
          </a:p>
        </p:txBody>
      </p:sp>
      <p:sp>
        <p:nvSpPr>
          <p:cNvPr id="336" name="Google Shape;336;p33">
            <a:extLst xmlns:a="http://schemas.openxmlformats.org/drawingml/2006/main">
              <a:ext uri="{FF2B5EF4-FFF2-40B4-BE49-F238E27FC236}">
                <a16:creationId xmlns:a16="http://schemas.microsoft.com/office/drawing/2014/main" id="{395CDF41-FE7B-4992-915D-F8018EF7DBF7}"/>
              </a:ext>
            </a:extLst>
          </p:cNvPr>
          <p:cNvSpPr>
            <a:spLocks xmlns:a="http://schemas.openxmlformats.org/drawingml/2006/main" noGrp="1"/>
          </p:cNvSpPr>
          <p:nvPr/>
        </p:nvSpPr>
        <p:spPr>
          <a:xfrm xmlns:a="http://schemas.openxmlformats.org/drawingml/2006/main">
            <a:off x="571500" y="3252787"/>
            <a:ext cx="47625" cy="1295400"/>
          </a:xfrm>
          <a:prstGeom xmlns:a="http://schemas.openxmlformats.org/drawingml/2006/main" prst="rect">
            <a:avLst/>
          </a:prstGeom>
          <a:solidFill xmlns:a="http://schemas.openxmlformats.org/drawingml/2006/main">
            <a:srgbClr val="C2410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37" name="Google Shape;337;p33">
            <a:extLst xmlns:a="http://schemas.openxmlformats.org/drawingml/2006/main">
              <a:ext uri="{FF2B5EF4-FFF2-40B4-BE49-F238E27FC236}">
                <a16:creationId xmlns:a16="http://schemas.microsoft.com/office/drawing/2014/main" id="{590A78BF-6B04-43DC-9E70-B9F45D586882}"/>
              </a:ext>
            </a:extLst>
          </p:cNvPr>
          <p:cNvSpPr>
            <a:spLocks xmlns:a="http://schemas.openxmlformats.org/drawingml/2006/main" noGrp="1"/>
          </p:cNvSpPr>
          <p:nvPr/>
        </p:nvSpPr>
        <p:spPr>
          <a:xfrm xmlns:a="http://schemas.openxmlformats.org/drawingml/2006/main">
            <a:off x="571500" y="4691062"/>
            <a:ext cx="5286375" cy="1295400"/>
          </a:xfrm>
          <a:prstGeom xmlns:a="http://schemas.openxmlformats.org/drawingml/2006/main" prst="roundRect">
            <a:avLst>
              <a:gd name="adj" fmla="val 5882"/>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38" name="Google Shape;338;p33">
            <a:extLst xmlns:a="http://schemas.openxmlformats.org/drawingml/2006/main">
              <a:ext uri="{FF2B5EF4-FFF2-40B4-BE49-F238E27FC236}">
                <a16:creationId xmlns:a16="http://schemas.microsoft.com/office/drawing/2014/main" id="{E0C68B4E-2334-4ADD-9B87-FD121301E81E}"/>
              </a:ext>
            </a:extLst>
          </p:cNvPr>
          <p:cNvSpPr>
            <a:spLocks xmlns:a="http://schemas.openxmlformats.org/drawingml/2006/main" noGrp="1"/>
          </p:cNvSpPr>
          <p:nvPr/>
        </p:nvSpPr>
        <p:spPr>
          <a:xfrm xmlns:a="http://schemas.openxmlformats.org/drawingml/2006/main">
            <a:off x="1095375" y="4881562"/>
            <a:ext cx="457200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lnSpc>
                <a:spcPct val="160000"/>
              </a:lnSpc>
              <a:spcBef>
                <a:spcPts val="0"/>
              </a:spcBef>
              <a:spcAft>
                <a:spcPts val="0"/>
              </a:spcAft>
              <a:buNone/>
            </a:pPr>
            <a:r>
              <a:rPr sz="1500" b="1" i="0" u="none" cap="none">
                <a:solidFill>
                  <a:srgbClr val="4B5563"/>
                </a:solidFill>
                <a:latin typeface="Inter"/>
                <a:ea typeface="Inter"/>
                <a:cs typeface="Inter"/>
              </a:rPr>
              <a:t>Patching granularity: Current site is head-level attention output; future work should isolate Q/K/V, logits, and MLPs.</a:t>
            </a:r>
          </a:p>
        </p:txBody>
      </p:sp>
      <p:sp>
        <p:nvSpPr>
          <p:cNvPr id="339" name="Google Shape;339;p33">
            <a:extLst xmlns:a="http://schemas.openxmlformats.org/drawingml/2006/main">
              <a:ext uri="{FF2B5EF4-FFF2-40B4-BE49-F238E27FC236}">
                <a16:creationId xmlns:a16="http://schemas.microsoft.com/office/drawing/2014/main" id="{59B61EA0-2C4A-420C-89EF-62E03FE21AF0}"/>
              </a:ext>
            </a:extLst>
          </p:cNvPr>
          <p:cNvSpPr>
            <a:spLocks xmlns:a="http://schemas.openxmlformats.org/drawingml/2006/main" noGrp="1"/>
          </p:cNvSpPr>
          <p:nvPr/>
        </p:nvSpPr>
        <p:spPr>
          <a:xfrm xmlns:a="http://schemas.openxmlformats.org/drawingml/2006/main">
            <a:off x="571500" y="4691062"/>
            <a:ext cx="47625" cy="1295400"/>
          </a:xfrm>
          <a:prstGeom xmlns:a="http://schemas.openxmlformats.org/drawingml/2006/main" prst="rect">
            <a:avLst/>
          </a:prstGeom>
          <a:solidFill xmlns:a="http://schemas.openxmlformats.org/drawingml/2006/main">
            <a:srgbClr val="C2410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40" name="Google Shape;340;p33">
            <a:extLst xmlns:a="http://schemas.openxmlformats.org/drawingml/2006/main">
              <a:ext uri="{FF2B5EF4-FFF2-40B4-BE49-F238E27FC236}">
                <a16:creationId xmlns:a16="http://schemas.microsoft.com/office/drawing/2014/main" id="{6475B00E-669F-4574-87C6-C0F39752D296}"/>
              </a:ext>
            </a:extLst>
          </p:cNvPr>
          <p:cNvSpPr>
            <a:spLocks xmlns:a="http://schemas.openxmlformats.org/drawingml/2006/main" noGrp="1"/>
          </p:cNvSpPr>
          <p:nvPr/>
        </p:nvSpPr>
        <p:spPr>
          <a:xfrm xmlns:a="http://schemas.openxmlformats.org/drawingml/2006/main">
            <a:off x="7897177" y="3162300"/>
            <a:ext cx="216027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spcBef>
                <a:spcPts val="0"/>
              </a:spcBef>
              <a:spcAft>
                <a:spcPts val="0"/>
              </a:spcAft>
              <a:buNone/>
            </a:pPr>
            <a:r>
              <a:rPr sz="2100" b="0" i="0" u="none" cap="none">
                <a:solidFill>
                  <a:srgbClr val="C2410C"/>
                </a:solidFill>
                <a:latin typeface="Merriweather"/>
                <a:ea typeface="Merriweather"/>
                <a:cs typeface="Merriweather"/>
              </a:rPr>
              <a:t>Next Steps</a:t>
            </a:r>
          </a:p>
        </p:txBody>
      </p:sp>
      <p:sp>
        <p:nvSpPr>
          <p:cNvPr id="341" name="Google Shape;341;p33">
            <a:extLst xmlns:a="http://schemas.openxmlformats.org/drawingml/2006/main">
              <a:ext uri="{FF2B5EF4-FFF2-40B4-BE49-F238E27FC236}">
                <a16:creationId xmlns:a16="http://schemas.microsoft.com/office/drawing/2014/main" id="{4A7095EC-B459-48CF-8B51-FF8785713EED}"/>
              </a:ext>
            </a:extLst>
          </p:cNvPr>
          <p:cNvSpPr>
            <a:spLocks xmlns:a="http://schemas.openxmlformats.org/drawingml/2006/main" noGrp="1"/>
          </p:cNvSpPr>
          <p:nvPr/>
        </p:nvSpPr>
        <p:spPr>
          <a:xfrm xmlns:a="http://schemas.openxmlformats.org/drawingml/2006/main">
            <a:off x="7948612" y="3838575"/>
            <a:ext cx="20574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ctr">
              <a:lnSpc>
                <a:spcPct val="160000"/>
              </a:lnSpc>
              <a:spcBef>
                <a:spcPts val="0"/>
              </a:spcBef>
              <a:spcAft>
                <a:spcPts val="0"/>
              </a:spcAft>
              <a:buNone/>
            </a:pPr>
            <a:r>
              <a:rPr sz="1500" b="0" i="0" u="none" cap="none">
                <a:solidFill>
                  <a:srgbClr val="4B5563"/>
                </a:solidFill>
                <a:latin typeface="Inter"/>
                <a:ea typeface="Inter"/>
                <a:cs typeface="Inter"/>
              </a:rPr>
              <a:t>Larger confirmation runs, more models, natural-document probes, and finer circuit localization.</a:t>
            </a:r>
          </a:p>
        </p:txBody>
      </p:sp>
      <p:pic>
        <p:nvPicPr>
          <p:cNvPr id="342" name="Google Shape;342;p33"/>
          <p:cNvPicPr>
            <a:picLocks xmlns:a="http://schemas.openxmlformats.org/drawingml/2006/main" noChangeAspect="1"/>
          </p:cNvPicPr>
          <p:nvPr/>
        </p:nvPicPr>
        <p:blipFill>
          <a:blip xmlns:r="http://schemas.openxmlformats.org/officeDocument/2006/relationships" xmlns:a="http://schemas.openxmlformats.org/drawingml/2006/main" r:embed="R7c4671701bcf4b69"/>
          <a:srcRect xmlns:a="http://schemas.openxmlformats.org/drawingml/2006/main" l="0" t="0" r="0" b="0"/>
          <a:stretch xmlns:a="http://schemas.openxmlformats.org/drawingml/2006/main"/>
        </p:blipFill>
        <p:spPr>
          <a:xfrm xmlns:a="http://schemas.openxmlformats.org/drawingml/2006/main">
            <a:off x="809625" y="2047875"/>
            <a:ext cx="219075" cy="200025"/>
          </a:xfrm>
          <a:prstGeom xmlns:a="http://schemas.openxmlformats.org/drawingml/2006/main" prst="rect">
            <a:avLst/>
          </a:prstGeom>
        </p:spPr>
      </p:pic>
      <p:pic>
        <p:nvPicPr>
          <p:cNvPr id="343" name="Google Shape;343;p33"/>
          <p:cNvPicPr>
            <a:picLocks xmlns:a="http://schemas.openxmlformats.org/drawingml/2006/main" noChangeAspect="1"/>
          </p:cNvPicPr>
          <p:nvPr/>
        </p:nvPicPr>
        <p:blipFill>
          <a:blip xmlns:r="http://schemas.openxmlformats.org/officeDocument/2006/relationships" xmlns:a="http://schemas.openxmlformats.org/drawingml/2006/main" r:embed="R1ec2de1f3b5047b9"/>
          <a:srcRect xmlns:a="http://schemas.openxmlformats.org/drawingml/2006/main" l="0" t="0" r="0" b="0"/>
          <a:stretch xmlns:a="http://schemas.openxmlformats.org/drawingml/2006/main"/>
        </p:blipFill>
        <p:spPr>
          <a:xfrm xmlns:a="http://schemas.openxmlformats.org/drawingml/2006/main">
            <a:off x="809625" y="3486150"/>
            <a:ext cx="190500" cy="200025"/>
          </a:xfrm>
          <a:prstGeom xmlns:a="http://schemas.openxmlformats.org/drawingml/2006/main" prst="rect">
            <a:avLst/>
          </a:prstGeom>
        </p:spPr>
      </p:pic>
      <p:pic>
        <p:nvPicPr>
          <p:cNvPr id="344" name="Google Shape;344;p33"/>
          <p:cNvPicPr>
            <a:picLocks xmlns:a="http://schemas.openxmlformats.org/drawingml/2006/main" noChangeAspect="1"/>
          </p:cNvPicPr>
          <p:nvPr/>
        </p:nvPicPr>
        <p:blipFill>
          <a:blip xmlns:r="http://schemas.openxmlformats.org/officeDocument/2006/relationships" xmlns:a="http://schemas.openxmlformats.org/drawingml/2006/main" r:embed="Re31faac9adf4426c"/>
          <a:srcRect xmlns:a="http://schemas.openxmlformats.org/drawingml/2006/main" l="0" t="0" r="0" b="0"/>
          <a:stretch xmlns:a="http://schemas.openxmlformats.org/drawingml/2006/main"/>
        </p:blipFill>
        <p:spPr>
          <a:xfrm xmlns:a="http://schemas.openxmlformats.org/drawingml/2006/main">
            <a:off x="809625" y="4924425"/>
            <a:ext cx="190500" cy="200025"/>
          </a:xfrm>
          <a:prstGeom xmlns:a="http://schemas.openxmlformats.org/drawingml/2006/main" prst="rect">
            <a:avLst/>
          </a:prstGeom>
        </p:spPr>
      </p:pic>
    </p:spTree>
    <p:extLst>
      <p:ext uri="{BB962C8B-B14F-4D97-AF65-F5344CB8AC3E}">
        <p14:creationId xmlns:p14="http://schemas.microsoft.com/office/powerpoint/2010/main" val="17464409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9" name="Google Shape;349;p34">
            <a:extLst xmlns:a="http://schemas.openxmlformats.org/drawingml/2006/main">
              <a:ext uri="{FF2B5EF4-FFF2-40B4-BE49-F238E27FC236}">
                <a16:creationId xmlns:a16="http://schemas.microsoft.com/office/drawing/2014/main" id="{B523290E-50F6-4E20-B396-39228B3E9F6F}"/>
              </a:ext>
            </a:extLst>
          </p:cNvPr>
          <p:cNvSpPr>
            <a:spLocks xmlns:a="http://schemas.openxmlformats.org/drawingml/2006/main" noGrp="1"/>
          </p:cNvSpPr>
          <p:nvPr/>
        </p:nvSpPr>
        <p:spPr>
          <a:xfrm xmlns:a="http://schemas.openxmlformats.org/drawingml/2006/main">
            <a:off x="571500" y="476250"/>
            <a:ext cx="11601600" cy="96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indent="0" algn="l">
              <a:spcBef>
                <a:spcPts val="0"/>
              </a:spcBef>
              <a:spcAft>
                <a:spcPts val="0"/>
              </a:spcAft>
              <a:buNone/>
            </a:pPr>
            <a:r>
              <a:rPr sz="3150" b="1">
                <a:solidFill>
                  <a:srgbClr val="C2410C"/>
                </a:solidFill>
                <a:latin typeface="Merriweather"/>
                <a:ea typeface="Merriweather"/>
                <a:cs typeface="Merriweather"/>
              </a:rPr>
              <a:t>References</a:t>
            </a:r>
          </a:p>
        </p:txBody>
      </p:sp>
      <p:sp>
        <p:nvSpPr>
          <p:cNvPr id="350" name="Google Shape;350;p34">
            <a:extLst xmlns:a="http://schemas.openxmlformats.org/drawingml/2006/main">
              <a:ext uri="{FF2B5EF4-FFF2-40B4-BE49-F238E27FC236}">
                <a16:creationId xmlns:a16="http://schemas.microsoft.com/office/drawing/2014/main" id="{BAF90C18-C8E8-44CB-938D-ED611583770B}"/>
              </a:ext>
            </a:extLst>
          </p:cNvPr>
          <p:cNvSpPr>
            <a:spLocks xmlns:a="http://schemas.openxmlformats.org/drawingml/2006/main" noGrp="1"/>
          </p:cNvSpPr>
          <p:nvPr/>
        </p:nvSpPr>
        <p:spPr>
          <a:xfrm xmlns:a="http://schemas.openxmlformats.org/drawingml/2006/main">
            <a:off x="571500" y="1114425"/>
            <a:ext cx="11049000" cy="1905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351" name="Google Shape;351;p34"/>
          <p:cNvPicPr>
            <a:picLocks xmlns:a="http://schemas.openxmlformats.org/drawingml/2006/main" noChangeAspect="1"/>
          </p:cNvPicPr>
          <p:nvPr/>
        </p:nvPicPr>
        <p:blipFill>
          <a:blip xmlns:r="http://schemas.openxmlformats.org/officeDocument/2006/relationships" xmlns:a="http://schemas.openxmlformats.org/drawingml/2006/main" r:embed="R52b4d7a6c6624045"/>
          <a:stretch xmlns:a="http://schemas.openxmlformats.org/drawingml/2006/main">
            <a:fillRect l="0" t="0" r="0" b="0"/>
          </a:stretch>
        </p:blipFill>
        <p:spPr>
          <a:xfrm xmlns:a="http://schemas.openxmlformats.org/drawingml/2006/main">
            <a:off x="1959225" y="1226750"/>
            <a:ext cx="6685507" cy="5631250"/>
          </a:xfrm>
          <a:prstGeom xmlns:a="http://schemas.openxmlformats.org/drawingml/2006/main" prst="rect">
            <a:avLst/>
          </a:prstGeom>
        </p:spPr>
      </p:pic>
    </p:spTree>
    <p:extLst>
      <p:ext uri="{BB962C8B-B14F-4D97-AF65-F5344CB8AC3E}">
        <p14:creationId xmlns:p14="http://schemas.microsoft.com/office/powerpoint/2010/main" val="182890023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56" name="Google Shape;356;p35">
            <a:extLst xmlns:a="http://schemas.openxmlformats.org/drawingml/2006/main">
              <a:ext uri="{FF2B5EF4-FFF2-40B4-BE49-F238E27FC236}">
                <a16:creationId xmlns:a16="http://schemas.microsoft.com/office/drawing/2014/main" id="{51149F28-A5E3-4A7A-A444-EC838EC77F7C}"/>
              </a:ext>
            </a:extLst>
          </p:cNvPr>
          <p:cNvSpPr>
            <a:spLocks xmlns:a="http://schemas.openxmlformats.org/drawingml/2006/main" noGrp="1"/>
          </p:cNvSpPr>
          <p:nvPr/>
        </p:nvSpPr>
        <p:spPr>
          <a:xfrm xmlns:a="http://schemas.openxmlformats.org/drawingml/2006/main">
            <a:off x="-8800" y="-45967"/>
            <a:ext cx="12209700" cy="6858000"/>
          </a:xfrm>
          <a:prstGeom xmlns:a="http://schemas.openxmlformats.org/drawingml/2006/main" prst="rect">
            <a:avLst/>
          </a:prstGeom>
          <a:solidFill xmlns:a="http://schemas.openxmlformats.org/drawingml/2006/main">
            <a:schemeClr val="dk1"/>
          </a:solidFill>
          <a:ln xmlns:a="http://schemas.openxmlformats.org/drawingml/2006/main" w="12700" cmpd="sng">
            <a:solidFill>
              <a:schemeClr val="dk2"/>
            </a:solidFill>
            <a:prstDash val="solid"/>
          </a:ln>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357" name="Google Shape;357;p35">
            <a:extLst xmlns:a="http://schemas.openxmlformats.org/drawingml/2006/main">
              <a:ext uri="{FF2B5EF4-FFF2-40B4-BE49-F238E27FC236}">
                <a16:creationId xmlns:a16="http://schemas.microsoft.com/office/drawing/2014/main" id="{0A717132-AF79-4164-A03D-C9EA5754710E}"/>
              </a:ext>
            </a:extLst>
          </p:cNvPr>
          <p:cNvSpPr>
            <a:spLocks xmlns:a="http://schemas.openxmlformats.org/drawingml/2006/main" noGrp="1"/>
          </p:cNvSpPr>
          <p:nvPr/>
        </p:nvSpPr>
        <p:spPr>
          <a:xfrm xmlns:a="http://schemas.openxmlformats.org/drawingml/2006/main">
            <a:off x="31900" y="4732133"/>
            <a:ext cx="12192000" cy="159600"/>
          </a:xfrm>
          <a:prstGeom xmlns:a="http://schemas.openxmlformats.org/drawingml/2006/main" prst="rect">
            <a:avLst/>
          </a:prstGeom>
          <a:solidFill xmlns:a="http://schemas.openxmlformats.org/drawingml/2006/main">
            <a:srgbClr val="FF0000"/>
          </a:solidFill>
          <a:ln xmlns:a="http://schemas.openxmlformats.org/drawingml/2006/main" w="12700" cmpd="sng">
            <a:solidFill>
              <a:srgbClr val="FF0000"/>
            </a:solidFill>
            <a:prstDash val="solid"/>
          </a:ln>
          <a:effectLst xmlns:a="http://schemas.openxmlformats.org/drawingml/2006/main">
            <a:outerShdw blurRad="76200" dist="25400" dir="5400000" algn="bl" rotWithShape="0">
              <a:schemeClr val="lt1">
                <a:alpha val="32000"/>
              </a:schemeClr>
            </a:outerShdw>
          </a:effectLst>
        </p:spPr>
        <p:txBody>
          <a:bodyPr xmlns:a="http://schemas.openxmlformats.org/drawingml/2006/main" spcFirstLastPara="1" wrap="square" lIns="121900" tIns="121900" rIns="121900" bIns="121900" anchor="ctr">
            <a:noAutofit/>
          </a:bodyPr>
          <a:lstStyle xmlns:a="http://schemas.openxmlformats.org/drawingml/2006/main"/>
          <a:p xmlns:a="http://schemas.openxmlformats.org/drawingml/2006/main">
            <a:pPr marL="0" indent="0" algn="ctr">
              <a:spcBef>
                <a:spcPts val="0"/>
              </a:spcBef>
              <a:spcAft>
                <a:spcPts val="0"/>
              </a:spcAft>
              <a:buNone/>
            </a:pPr>
            <a:r>
              <a:t/>
            </a:r>
          </a:p>
        </p:txBody>
      </p:sp>
      <p:pic>
        <p:nvPicPr>
          <p:cNvPr id="358" name="Google Shape;358;p35"/>
          <p:cNvPicPr>
            <a:picLocks xmlns:a="http://schemas.openxmlformats.org/drawingml/2006/main" noChangeAspect="1"/>
          </p:cNvPicPr>
          <p:nvPr/>
        </p:nvPicPr>
        <p:blipFill>
          <a:blip xmlns:r="http://schemas.openxmlformats.org/officeDocument/2006/relationships" xmlns:a="http://schemas.openxmlformats.org/drawingml/2006/main" r:embed="R8e9e5d52d7a04da4"/>
          <a:srcRect xmlns:a="http://schemas.openxmlformats.org/drawingml/2006/main" l="0" t="-4504" r="0" b="0"/>
          <a:stretch xmlns:a="http://schemas.openxmlformats.org/drawingml/2006/main"/>
        </p:blipFill>
        <p:spPr>
          <a:xfrm xmlns:a="http://schemas.openxmlformats.org/drawingml/2006/main">
            <a:off x="2129633" y="1268233"/>
            <a:ext cx="2649501" cy="3031766"/>
          </a:xfrm>
          <a:prstGeom xmlns:a="http://schemas.openxmlformats.org/drawingml/2006/main" prst="rect">
            <a:avLst/>
          </a:prstGeom>
          <a:effectLst xmlns:a="http://schemas.openxmlformats.org/drawingml/2006/main">
            <a:outerShdw blurRad="114300" dist="25400" dir="5400000" algn="bl" rotWithShape="0">
              <a:schemeClr val="lt1"/>
            </a:outerShdw>
          </a:effectLst>
        </p:spPr>
      </p:pic>
      <p:sp>
        <p:nvSpPr>
          <p:cNvPr id="359" name="Google Shape;359;p35">
            <a:extLst xmlns:a="http://schemas.openxmlformats.org/drawingml/2006/main">
              <a:ext uri="{FF2B5EF4-FFF2-40B4-BE49-F238E27FC236}">
                <a16:creationId xmlns:a16="http://schemas.microsoft.com/office/drawing/2014/main" id="{251C797E-7099-40BD-946D-4EBEEF4E7AB1}"/>
              </a:ext>
            </a:extLst>
          </p:cNvPr>
          <p:cNvSpPr>
            <a:spLocks xmlns:a="http://schemas.openxmlformats.org/drawingml/2006/main" noGrp="1"/>
          </p:cNvSpPr>
          <p:nvPr>
            <p:ph type="ctrTitle" idx="0"/>
          </p:nvPr>
        </p:nvSpPr>
        <p:spPr>
          <a:xfrm xmlns:a="http://schemas.openxmlformats.org/drawingml/2006/main">
            <a:off x="5574233" y="2192317"/>
            <a:ext cx="4465500" cy="1183500"/>
          </a:xfrm>
          <a:prstGeom xmlns:a="http://schemas.openxmlformats.org/drawingml/2006/main" prst="rect">
            <a:avLst/>
          </a:prstGeom>
        </p:spPr>
        <p:txBody>
          <a:bodyPr xmlns:a="http://schemas.openxmlformats.org/drawingml/2006/main" spcFirstLastPara="1" wrap="square" lIns="91425" tIns="45700" rIns="91425" bIns="45700" anchor="b">
            <a:normAutofit fontScale="100000"/>
          </a:bodyPr>
          <a:lstStyle xmlns:a="http://schemas.openxmlformats.org/drawingml/2006/main"/>
          <a:p xmlns:a="http://schemas.openxmlformats.org/drawingml/2006/main">
            <a:pPr marL="0" indent="0" algn="l">
              <a:spcBef>
                <a:spcPts val="0"/>
              </a:spcBef>
              <a:spcAft>
                <a:spcPts val="0"/>
              </a:spcAft>
              <a:buNone/>
            </a:pPr>
            <a:r>
              <a:rPr sz="5500">
                <a:solidFill>
                  <a:schemeClr val="lt1"/>
                </a:solidFill>
                <a:latin typeface="Arial"/>
                <a:ea typeface="Arial"/>
                <a:cs typeface="Arial"/>
              </a:rPr>
              <a:t>Thank You</a:t>
            </a:r>
          </a:p>
        </p:txBody>
      </p:sp>
    </p:spTree>
    <p:extLst>
      <p:ext uri="{BB962C8B-B14F-4D97-AF65-F5344CB8AC3E}">
        <p14:creationId xmlns:p14="http://schemas.microsoft.com/office/powerpoint/2010/main" val="885129827"/>
      </p:ext>
    </p:extLst>
  </p:cSld>
</p:sld>
</file>

<file path=ppt/theme/theme1.xml><?xml version="1.0" encoding="utf-8"?>
<a:theme xmlns:a="http://schemas.openxmlformats.org/drawingml/2006/main" name="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2026-06-07T15:09:00.9940000Z</dcterms:created>
  <dcterms:modified xsi:type="dcterms:W3CDTF">2026-06-07T15:09:00.9940000Z</dcterms:modified>
</coreProperties>
</file>